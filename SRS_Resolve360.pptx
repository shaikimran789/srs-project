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1" r:id="rId3"/>
    <p:sldId id="264" r:id="rId4"/>
    <p:sldId id="265" r:id="rId5"/>
    <p:sldId id="272" r:id="rId6"/>
    <p:sldId id="273" r:id="rId7"/>
    <p:sldId id="266" r:id="rId8"/>
    <p:sldId id="274" r:id="rId9"/>
    <p:sldId id="267" r:id="rId10"/>
    <p:sldId id="268" r:id="rId11"/>
    <p:sldId id="269" r:id="rId12"/>
    <p:sldId id="270" r:id="rId13"/>
    <p:sldId id="271" r:id="rId14"/>
    <p:sldId id="26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11" autoAdjust="0"/>
    <p:restoredTop sz="94660"/>
  </p:normalViewPr>
  <p:slideViewPr>
    <p:cSldViewPr snapToGrid="0">
      <p:cViewPr varScale="1">
        <p:scale>
          <a:sx n="59" d="100"/>
          <a:sy n="59" d="100"/>
        </p:scale>
        <p:origin x="155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3:07:04.359"/>
    </inkml:context>
    <inkml:brush xml:id="br0">
      <inkml:brushProperty name="width" value="0.035" units="cm"/>
      <inkml:brushProperty name="height" value="0.035" units="cm"/>
    </inkml:brush>
  </inkml:definitions>
  <inkml:trace contextRef="#ctx0" brushRef="#br0">0 1 24575,'0'5'0,"0"7"0,0 7 0,0 4 0,0 5 0,0 2 0,0-4-8191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3:07:09.396"/>
    </inkml:context>
    <inkml:brush xml:id="br0">
      <inkml:brushProperty name="width" value="0.035" units="cm"/>
      <inkml:brushProperty name="height" value="0.035" units="cm"/>
    </inkml:brush>
  </inkml:definitions>
  <inkml:trace contextRef="#ctx0" brushRef="#br0">0 1 24575,'0'5'0,"0"7"0,0 7 0,0 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9T03:07:43.108"/>
    </inkml:context>
    <inkml:brush xml:id="br0">
      <inkml:brushProperty name="width" value="0.035" units="cm"/>
      <inkml:brushProperty name="height" value="0.035" units="cm"/>
    </inkml:brush>
  </inkml:definitions>
  <inkml:trace contextRef="#ctx0" brushRef="#br0">110 166 24575,'1'-38'0,"0"24"0,0 0 0,-2-1 0,1 1 0,-2 0 0,-3-18 0,5 31 0,-1-1 0,1 1 0,0 0 0,0 0 0,-1 0 0,1 0 0,0 0 0,-1 0 0,1 0 0,-1 0 0,1 0 0,-1 0 0,0 0 0,1 1 0,-1-1 0,0 0 0,1 0 0,-1 0 0,0 1 0,0-1 0,0 0 0,0 1 0,0-1 0,0 1 0,0-1 0,0 1 0,0 0 0,0-1 0,0 1 0,0 0 0,0 0 0,0-1 0,0 1 0,0 0 0,-1 0 0,1 0 0,0 1 0,0-1 0,0 0 0,0 0 0,0 0 0,0 1 0,0-1 0,0 1 0,0-1 0,0 1 0,-2 0 0,0 2 0,-1-1 0,0 1 0,1 0 0,-1 0 0,1 1 0,0-1 0,0 1 0,0-1 0,-4 8 0,3-3 17,0 0 0,0 0 1,0 0-1,1 1 0,1-1 0,-4 14 0,6-19-76,0 0-1,0-1 1,0 1-1,1 0 1,-1 0 0,1 0-1,-1-1 1,1 1-1,0 0 1,0-1 0,0 1-1,0 0 1,1-1-1,-1 0 1,1 1 0,-1-1-1,1 0 1,0 0-1,0 1 1,0-2 0,0 1-1,0 0 1,1 0-1,2 2 1,11 5-6767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1:47.415"/>
    </inkml:context>
    <inkml:brush xml:id="br0">
      <inkml:brushProperty name="width" value="0.1" units="cm"/>
      <inkml:brushProperty name="height" value="0.1" units="cm"/>
    </inkml:brush>
  </inkml:definitions>
  <inkml:trace contextRef="#ctx0" brushRef="#br0">785 0 13654,'-785'1060'0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4:27.892"/>
    </inkml:context>
    <inkml:brush xml:id="br0">
      <inkml:brushProperty name="width" value="0.1" units="cm"/>
      <inkml:brushProperty name="height" value="0.1" units="cm"/>
    </inkml:brush>
  </inkml:definitions>
  <inkml:trace contextRef="#ctx0" brushRef="#br0">145 135 6553,'-1'-3'49,"0"1"-1,-1-1 0,1 1 0,-1 0 1,0-1-1,1 1 0,-1 0 0,0 0 1,0 0-1,-1 0 0,1 0 0,-4-2 1,-10-10 285,-3-5 117,0 0 0,-32-23 0,38 33-263,72 50 1353,-37-23-1180,1-1-1,1-1 0,35 17 1,-53-29-262,0 0 0,-1 0 0,1 0 1,-1 1-1,9 8 0,-7-6-13,6 6-46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4:32.828"/>
    </inkml:context>
    <inkml:brush xml:id="br0">
      <inkml:brushProperty name="width" value="0.1" units="cm"/>
      <inkml:brushProperty name="height" value="0.1" units="cm"/>
    </inkml:brush>
  </inkml:definitions>
  <inkml:trace contextRef="#ctx0" brushRef="#br0">18 0 6553,'0'5'241,"0"7"-1,0 7 0,0 5 1,0 3-1,0 3 0,0 1 0,-4-5 1,-3-1-1,1-6-240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4:57.847"/>
    </inkml:context>
    <inkml:brush xml:id="br0">
      <inkml:brushProperty name="width" value="0.1" units="cm"/>
      <inkml:brushProperty name="height" value="0.1" units="cm"/>
    </inkml:brush>
  </inkml:definitions>
  <inkml:trace contextRef="#ctx0" brushRef="#br0">0 0 6553,'0'5'241,"0"7"-1,0 7 0,0 5 1,0 3-1,0 3 0,0 1 0,0 0 1,0 1-1,0-6-240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5:02.287"/>
    </inkml:context>
    <inkml:brush xml:id="br0">
      <inkml:brushProperty name="width" value="0.1" units="cm"/>
      <inkml:brushProperty name="height" value="0.1" units="cm"/>
    </inkml:brush>
  </inkml:definitions>
  <inkml:trace contextRef="#ctx0" brushRef="#br0">252 1 6553,'-5'0'241,"-7"0"-1,-7 0 0,-5 0 1,-4 0-1,-1 0 0,-2 0 0,-1 0 1,1 0-1,5 5 0,12 1 1,13 1-1,13-2 0,4-2-240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5:26.492"/>
    </inkml:context>
    <inkml:brush xml:id="br0">
      <inkml:brushProperty name="width" value="0.1" units="cm"/>
      <inkml:brushProperty name="height" value="0.1" units="cm"/>
    </inkml:brush>
  </inkml:definitions>
  <inkml:trace contextRef="#ctx0" brushRef="#br0">32 0 6553,'0'5'241,"0"7"-1,0 7 0,0 5 1,0 3-1,0 3 0,-5-4 0,-2-12 1,0-13-1,2-12-269,1-9 0,2-6 1,1 1 28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5:30.224"/>
    </inkml:context>
    <inkml:brush xml:id="br0">
      <inkml:brushProperty name="width" value="0.1" units="cm"/>
      <inkml:brushProperty name="height" value="0.1" units="cm"/>
    </inkml:brush>
  </inkml:definitions>
  <inkml:trace contextRef="#ctx0" brushRef="#br0">171 1 6553,'-5'0'241,"-7"0"-1,-7 0 0,-5 0 1,-4 0-1,4 5 0,-1 2 0,6 5 1,4 0-241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5:35.495"/>
    </inkml:context>
    <inkml:brush xml:id="br0">
      <inkml:brushProperty name="width" value="0.1" units="cm"/>
      <inkml:brushProperty name="height" value="0.1" units="cm"/>
    </inkml:brush>
  </inkml:definitions>
  <inkml:trace contextRef="#ctx0" brushRef="#br0">0 0 6553,'0'5'241,"0"7"-1,0 7 0,0 5 1,0 3-1,0 3 0,5-4 0,2-7-240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5:39.427"/>
    </inkml:context>
    <inkml:brush xml:id="br0">
      <inkml:brushProperty name="width" value="0.1" units="cm"/>
      <inkml:brushProperty name="height" value="0.1" units="cm"/>
    </inkml:brush>
  </inkml:definitions>
  <inkml:trace contextRef="#ctx0" brushRef="#br0">0 1 6553,'0'0'0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5:41.739"/>
    </inkml:context>
    <inkml:brush xml:id="br0">
      <inkml:brushProperty name="width" value="0.1" units="cm"/>
      <inkml:brushProperty name="height" value="0.1" units="cm"/>
    </inkml:brush>
  </inkml:definitions>
  <inkml:trace contextRef="#ctx0" brushRef="#br0">0 1 6553,'0'0'0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15:41.976"/>
    </inkml:context>
    <inkml:brush xml:id="br0">
      <inkml:brushProperty name="width" value="0.1" units="cm"/>
      <inkml:brushProperty name="height" value="0.1" units="cm"/>
    </inkml:brush>
  </inkml:definitions>
  <inkml:trace contextRef="#ctx0" brushRef="#br0">0 1 6553,'0'0'0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7:29:18.14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 13,'8'0,"1"1,-1 0,14 4,5 1,321 33,12-24,-281-12,285 6,1871 4,-2199-13,-23 1,0 0,0-2,1 1,-1-2,0 0,0 0,17-6,21-21,-14 17,0 2,1 1,0 2,63-4,163 7,-193 6,320-1,-486-1,-242-6,244-1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7:29:21.77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1,'26'5,"50"12,78 29,80 38,88 40,61 35,27 21,-5 6,-35-8,-60-24,-67-33,-70-37,-59-28,-44-23,-34-13,-23-9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7:29:25.260"/>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7:29:25.477"/>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7:29:26.245"/>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0 342,'20'1,"0"0,23 6,12 1,492 6,-400-15,546 2,606-4,-999-6,384-62,147-73,-523 89,-269 48,84-17,-106 19,0 0,-1-1,1 0,26-16,-21 6</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7:29:27.46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0,'450'135,"-405"-123,121 32,2-7,239 20,24-30,160-9,133-10,1977-25,-1275 2,-1031 13,-81 1,372 1,-666 0,-1 1,0-2,35-4,-53 5,-1 0,1 0,0 0,-1 0,1 0,0-1,-1 1,1 0,-1 0,1 0,0-1,-1 1,1 0,-1-1,1 1,0 0,-1-1,1 1,-1-1,0 1,1-1,-1 1,1-1,-1 1,0-1,1 0,-1 0,0 0,-1 0,1 0,0 0,-1 0,1 0,-1 0,1 0,-1 0,1 0,-1 0,0 1,1-1,-2-1,-18-16</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7:29:34.90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1482 1,'28'23,"-6"-7,208 183,-23 4,65 81,57 78,618 789,-98 81,-716-1005,-119-198,-12-24,0 0,1 0,0 0,0 0,4 5,-21-29,-18-30,0-3,-35-39,-4 3,-4 3,-4 3,-125-101,23 43,-243-142,146 118,-53-14,-502-256,-440-237,1211 636,-171-97,164 88,-74-60,128 92,1-1,0 0,1-1,1-1,0 0,0 0,2-1,-11-21,12 14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1:11.004"/>
    </inkml:context>
    <inkml:brush xml:id="br0">
      <inkml:brushProperty name="width" value="0.35" units="cm"/>
      <inkml:brushProperty name="height" value="0.35" units="cm"/>
      <inkml:brushProperty name="color" value="#FFFFFF"/>
    </inkml:brush>
  </inkml:definitions>
  <inkml:trace contextRef="#ctx0" brushRef="#br0">401 217 4915,'-9'-10'14,"1"0"0,0 0-1,0-1 1,-10-20 0,-16-22 274,15 27-147,17 22-104,0-1 0,-1 1-1,0 0 1,1 1-1,-2-1 1,1 0-1,0 1 1,-1 0-1,1 0 1,-1 0 0,0 0-1,0 0 1,0 1-1,-1 0 1,1 0-1,-1 0 1,1 0 0,-1 1-1,-7-2 1,-12 0 138,0 1-1,-1 1 1,1 2 0,-27 3 0,48-4-151,0 1-1,0-1 1,0 1 0,0 0-1,1 0 1,-1 0 0,0 0-1,0 0 1,0 1-1,1-1 1,-1 1 0,1 0-1,-1 0 1,1 0-1,0 0 1,0 0 0,0 1-1,0-1 1,0 0 0,0 1-1,1 0 1,-1-1-1,1 1 1,0 0 0,0 0-1,0 0 1,0 0 0,-1 4-1,0 8 95,0-1-1,1 1 1,1 0-1,2 25 1,-1-18 9,-1-12-48,1-1 0,0 1-1,1-1 1,0 0 0,5 18 0,-5-24-51,-1 0-1,1 0 1,-1 0-1,1 0 0,0 0 1,0 0-1,0-1 1,0 1-1,1-1 1,-1 0-1,1 0 0,-1 0 1,1 0-1,0 0 1,0 0-1,0-1 0,0 1 1,0-1-1,0 0 1,5 2-1,12 0 135,0-1 0,0 0 0,0-2 0,36-2 0,-14 0 78,-37 2-197,1 0 1,0-1 0,0 1 0,0-1-1,0 0 1,-1-1 0,1 1-1,0-1 1,-1 0 0,1 0 0,5-4-1,5-2 283,-27 18 48,5-6-274,0 1-1,0 0 1,-9 9-1,11-9-51,0-1 0,0 0-1,0 0 1,-1-1 0,0 1-1,0-1 1,0 0-1,0 0 1,-6 2 0,-4-1 61,0-1 0,0 0 1,-1-1-1,1-1 0,-1 0 1,1-1-1,-22-3 0,34 3-102,0-1-1,-1 1 0,1-1 1,0 0-1,0 0 1,0 0-1,0-1 0,0 1 1,1-1-1,-1 0 0,0 1 1,1-1-1,-1-1 1,1 1-1,-1 0 0,1 0 1,0-1-1,0 1 0,0-1 1,1 0-1,-1 0 1,1 1-1,-1-1 0,1 0 1,0 0-1,0 0 0,0-1 1,0 1-1,0-5 1,-1-7-77,1-1 1,0 0 0,1 1 0,3-25-1,-3 40 70,-8 50 447,2-21-304,2 0 0,-2 58 0,6-84-131,0 0 1,0-1-1,1 1 0,-1 0 0,1 0 0,0 0 0,0 0 0,0-1 1,0 1-1,0 0 0,1-1 0,-1 1 0,1-1 0,-1 0 0,1 1 1,0-1-1,0 0 0,0 0 0,1 0 0,-1 0 0,0-1 0,1 1 1,-1 0-1,1-1 0,-1 0 0,1 0 0,0 0 0,-1 0 0,1 0 1,4 1-1,7 0 53,1 0 0,0-1 0,-1-1 0,28-2 0,-20 0 4,-13 2-31,-1 0 1,1-1-1,-1-1 1,1 1-1,-1-1 1,15-6-1,-20 6-44,1 0 1,-1 0-1,1 0 0,-1 0 0,0 0 0,0-1 0,0 0 0,0 0 0,-1 0 0,1 0 0,-1 0 0,0 0 0,0 0 0,0-1 1,0 1-1,3-8 0,2-13-102,0 0 0,-1-1 1,-2 1-1,0-1 1,0-31-1,-3 29 90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1:16.615"/>
    </inkml:context>
    <inkml:brush xml:id="br0">
      <inkml:brushProperty name="width" value="0.35" units="cm"/>
      <inkml:brushProperty name="height" value="0.35" units="cm"/>
      <inkml:brushProperty name="color" value="#FFFFFF"/>
    </inkml:brush>
  </inkml:definitions>
  <inkml:trace contextRef="#ctx0" brushRef="#br0">424 44 4915,'-7'0'98,"-1"0"0,1 1 0,0 0 0,-1 0 0,1 1 0,0 0 0,0 0 0,0 0 0,-9 5 0,6-1 19,1 0 1,0 1-1,0 0 0,0 0 1,-11 13-1,3-2 49,-1 0 109,0 1 0,-17 25-1,30-36-202,0 0 0,0 0 0,1 1 0,0-1 0,1 1 0,0 0 0,0 0-1,1 0 1,-2 16 0,3 13 156,1-27-150,0-1 1,0 1-1,-1 0 0,-1-1 0,-2 11 0,3-18-58,0-1 0,1 0 1,-1 0-1,-1 0 0,1 0 0,0 1 0,0-1 0,-1-1 1,1 1-1,-1 0 0,1 0 0,-1-1 0,0 1 0,0 0 1,0-1-1,0 0 0,0 1 0,0-1 0,0 0 0,0 0 1,-1 0-1,1-1 0,0 1 0,0 0 0,-1-1 0,1 0 1,-3 1-1,3-1-5,0 0 0,0 0 1,-1 0-1,1 0 0,0 0 0,0 0 1,0-1-1,0 1 0,0-1 0,0 0 1,0 1-1,1-1 0,-1 0 0,0 0 1,0 0-1,0 0 0,1-1 1,-1 1-1,-1-2 0,0 0-16,1 0 0,-1 0 0,1-1 0,0 1 0,1 0 0,-1-1 0,1 1 0,-1-1 0,-1-7 0,1 2-22,1 1 0,0-1 0,0 0 0,1 0 0,0 0 0,1 0 0,0 1 1,3-16-1,-1 16 14,0 0 0,1 0 0,0 0 0,0 0 0,0 1 1,1-1-1,1 1 0,10-11 0,7-5 132,28-21-1,7-7-141,-57 51 21,18-20 145,1 2 0,32-24 1,-34 28-5,-13 11-96,-1-1 1,1 0-1,0 1 1,0 0-1,0 0 1,0 1 0,8-3-1,-23 8 68,1 1-1,0 1 1,0 0-1,1 0 1,-1 1 0,1 0-1,-7 7 1,-66 60 335,75-68-401,-9 12 152,0 0-1,-20 30 0,20-26 88,-28 31 1,27-35-140,6-8-31,0 1 0,0 1-1,-12 19 1,20-27-96,0 0-1,0 0 0,1 0 0,-1 1 1,1-1-1,0 1 0,0-1 1,0 1-1,0-1 0,1 1 1,-1 0-1,1-1 0,0 1 0,0 0 1,1-1-1,-1 1 0,1-1 1,-1 1-1,3 3 0,-2-4-3,0-1 0,1 1 0,-1-1-1,1 1 1,-1-1 0,1 0 0,0 0-1,0 0 1,0 0 0,1 0 0,-1 0 0,0-1-1,1 1 1,-1-1 0,1 1 0,-1-1 0,1 0-1,0 0 1,-1 0 0,1 0 0,0-1 0,4 1-1,9 1 63,-1-1-1,0 0 0,16-2 0,-19 1-20,671-4 2888,-634 4-2755,-42 0-157,0 0 1,0-1-1,0 0 0,0 0 0,0 0 0,0-1 0,0 0 0,0 0 1,-1 0-1,8-5 0,-11 6-48,-1-1 1,1-1-1,0 1 0,-1 0 1,1 0-1,-1-1 0,0 0 1,0 1-1,0-1 0,0 0 1,0 0-1,-1 0 0,1 0 1,-1 0-1,0 0 0,0-1 1,0 1-1,0 0 0,0-1 1,-1 1-1,0 0 0,0-7 1,0 3-23,-1 0 0,0 1 1,0-1-1,0 0 0,-1 1 1,0 0-1,-1-1 0,1 1 1,-1 0-1,-1 0 0,1 0 1,-1 1-1,0-1 0,-5-5 1,1 2 54,-1-1-1,-1 1 1,0 1 0,0 0 0,-1 0 0,-14-8 0,11 9 13,1 0-1,-1 1 1,0 0-1,-1 1 1,1 1-1,-1 0 1,0 1-1,0 1 1,0 0 0,-23 0-1,26 2-3,-1-1 0,1 0 0,0-1 0,-17-5 0,9 1-21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1:40.297"/>
    </inkml:context>
    <inkml:brush xml:id="br0">
      <inkml:brushProperty name="width" value="0.35" units="cm"/>
      <inkml:brushProperty name="height" value="0.35" units="cm"/>
      <inkml:brushProperty name="color" value="#FFFFFF"/>
    </inkml:brush>
  </inkml:definitions>
  <inkml:trace contextRef="#ctx0" brushRef="#br0">759 548 4915,'1'-14'0,"1"-1"0,1 0 0,0 1 0,1 0 0,0-1 0,13-25 0,3-12 0,-13 30 21,1 0-1,2 1 1,0 0-1,17-26 1,-19 35 26,1 1 0,0-1 0,1 2 0,0-1 0,1 2 1,0-1-1,0 1 0,14-7 0,10-12 295,-31 23-281,1 1 1,0 0-1,0 0 0,0 1 0,0-1 0,0 1 0,1 0 0,10-4 0,7 2 120,0 2-1,0 0 0,0 2 0,0 0 0,37 5 0,-1-2 168,-23-2-143,-19-1-69,0 2-1,-1-1 0,21 5 1,-31-4-79,0 1 0,0 0 0,0 0 0,-1 0 0,1 1 0,-1-1 1,0 1-1,0 1 0,0-1 0,0 1 0,0 0 0,7 8 0,7 8 211,0-1-1,2-1 0,0-1 0,35 22 0,50 24 626,-102-59-848,0-1 1,0 1-1,0 0 0,-1 0 1,0 0-1,0 0 0,0 1 1,0-1-1,-1 1 1,0 0-1,0-1 0,0 1 1,0 0-1,0 7 0,0-5 19,0-1-1,0 1 0,1-1 0,-1 0 1,2 0-1,-1 0 0,0 0 0,8 9 1,0-4 109,0 1 1,1-2-1,1 1 1,19 11 0,-24-17-100,0-1-1,0 0 1,0-1 0,1 0 0,-1 0 0,1-1 0,0 0 0,0-1-1,13 1 1,-17-2-32,13 1 100,0 0 0,1 1-1,-1 1 1,18 6 0,-32-8-112,0 0 0,0 0 0,0 1 0,0-1 0,-1 1 0,1 0 0,-1 1 1,1-1-1,-1 0 0,0 1 0,0 0 0,0 0 0,0 0 0,-1 0 0,1 0 0,-1 0 0,0 1 0,0-1 0,0 1 0,0 0 0,0-1 0,-1 1 0,0 0 0,1 4 0,2 44 290,-5-46-273,1 0 0,0 0 0,0 0 0,1 0 0,-1 0 0,1 0 0,0 0 0,1 0 0,0 0 0,0-1 0,0 1 0,0-1 0,1 1 0,0-1-1,6 8 1,2-1 84,-7-8-72,1 1 0,-1 0-1,0 0 1,0 0-1,0 0 1,-1 0 0,0 1-1,0-1 1,0 1-1,-1 0 1,0 0-1,3 12 1,-2 20 283,0-1 1,-5 60-1,-1-28 59,4-63-349,-1 1 0,0 0 0,-1-1 1,0 1-1,0 0 0,0-1 0,-1 0 0,0 1 0,0-1 0,0 0 0,-1 0 0,0 0 0,0 0 0,-1 0 0,0-1 0,0 1 0,0-1 1,0 0-1,-1-1 0,0 1 0,0-1 0,0 0 0,-6 4 0,-130 62 1188,119-60-1052,9-5-59,-1-1-1,0 0 1,0-1 0,-18 2 0,-29 7 232,38-7-354,-1 0 0,0-2-1,-39 0 1,4 0-11,36 0 4,-28 7 0,30-5 0,-38 4 0,-286-7 0,177-4 0,-558 2 0,720 0-16,0 0-1,0-1 1,1 1-1,-1-1 1,0 0 0,0-1-1,1 0 1,-1 0-1,1 0 1,-9-5 0,7 2-16,-1 0 0,1-1 0,0 0 0,0 0 0,1-1 0,-6-8 0,0 1-5,-1-1 0,0 2 0,-1-1 0,-20-14 0,29 25 8,0-1-1,1 1 0,-1-1 0,1 0 0,0 0 1,0 0-1,1-1 0,-1 0 0,1 1 0,0-1 1,0 0-1,0-1 0,1 1 0,0 0 0,0-1 0,0 1 1,1-1-1,-1 0 0,2 0 0,-1 1 0,0-1 1,1-7-1,1-142-855,1 66 374,-2 83 481,0 0 0,1 1 0,-1-1 0,1 1 0,0-1-1,1 1 1,-1-1 0,1 1 0,3-7 0,-3 9 34,0-1 0,1 1 0,-1 0 0,1 0 0,0 0 0,0 0 0,0 0 0,0 0 0,1 1 0,-1 0-1,0-1 1,1 1 0,6-2 0,34-12 48,-30 11-27,-1 1 0,0-2-1,24-13 1,-35 17-38,1 0 1,-1 0-1,1 0 0,-1-1 0,0 1 1,0-1-1,0 1 0,0-1 0,0 0 1,-1 0-1,1 0 0,-1 0 0,0 0 1,2-5-1,-1-4-95,0 0-1,1-22 1,-2 24 40,-1 0 0,1 1 0,1-1 1,4-13-1,-4 15 74,1 0 0,0 0 0,1 1 0,0 0 0,0-1 0,1 1 0,0 1 0,0-1 0,0 1 0,1 0 0,0 0 0,0 0 1,0 1-1,1 0 0,0 0 0,0 1 0,0-1 0,1 2 0,-1-1 0,1 1 0,0 0 0,0 1 0,0 0 0,0 0 0,11-1 0,-7 2-6,27-1 89,0-3 0,39-10 0,-65 12-110,-1-1 0,0 0 0,0-1 0,-1 0 0,0-1 0,0 0 0,0-1 0,0-1 1,-1 1-1,12-13 0,80-88 3,-95 100-51,-1 0-1,0-1 1,0 1-1,-1-1 1,0 0 0,6-17-1,16-28-100,-14 34 139,-9 13 31,0 0 1,1 0-1,0 0 0,8-7 1,-10 11 7,0 1-1,1-1 1,-1 1-1,1 0 1,-1 0-1,1 0 1,0 1 0,-1-1-1,1 1 1,0 0-1,0 0 1,5 0 0,5-1 17,1 0 1,0 2 0,-1-1 0,1 2-1,17 3 1,-25-3-12,0 0 0,-1 1 0,1 0 0,0 0 0,-1 0 0,1 1 0,-1 0 0,0 1 0,0-1 0,0 1 0,0 0 0,9 9-1,2 4 44,1-2-1,1 0 1,0-1-1,1-1 1,1 0-1,35 15 1,-26-17 11,0 0 1,37 6 0,36 13 85,-90-26-129,-1 1 1,-1 1-1,1 0 1,-1 1-1,0 0 1,11 10-1,-16-12-7,-1 0 0,-1 1-1,1-1 1,4 9 0,16 18 61,-5-15-2,1 0 0,31 19 0,-24-18-14,-5 0 18,0 1 0,30 34 0,-27-26-13,-18-19-45,-1 0 0,-1 0 0,0 1 0,0 0 0,-1 0 0,0 1 1,0 0-1,-1 0 0,0 0 0,4 20 0,-7-26-14,0 1 1,-1 0 0,0 0 0,1-1 0,-2 1 0,1 0-1,-1 0 1,1 0 0,-1-1 0,0 1 0,-3 6 0,2-7-4,1-1 0,-1 0 1,0 0-1,0 0 0,-1-1 1,1 1-1,0 0 0,-1-1 1,0 1-1,0-1 0,1 0 1,-1 0-1,-1 0 0,1 0 1,0-1-1,-7 3 1,-5 1 27,-1-1 0,-22 3 0,-2 0 31,-9 1 39,-1-3-1,0-1 0,-84-6 0,39 0 30,51 2-71,20 1-16,1 0 1,-1-2-1,1-1 1,-39-9-1,-33-11 118,54 14-73,0-2 0,-47-19 0,86 28-103,-1 0 0,0 0 1,0-1-1,0 1 0,1-1 0,-1 0 0,1 0 0,-1 0 0,1 0 0,0 0 0,-1 0 0,1-1 0,0 1 1,1-1-1,-1 1 0,0-1 0,1 0 0,0 0 0,-1 0 0,1 0 0,0 0 0,0 0 0,1 0 0,-1 0 1,1 0-1,-1 0 0,1 0 0,0 0 0,0 0 0,1-1 0,-1 1 0,1 0 0,-1 0 0,2-3 0,0-1-2,1 0 0,-1 1 0,1 0 0,0-1 0,1 1 0,-1 0 0,1 1 0,1-1-1,-1 1 1,1-1 0,0 1 0,0 1 0,0-1 0,8-5 0,-12 10 15,9-6-15,0 0 1,-1-1 0,17-14 0,-23 17-21,0 1-1,-1-1 1,1 0-1,-1 1 1,1-1 0,-1 0-1,0-1 1,-1 1 0,1 0-1,-1-1 1,0 1-1,1-9 1,0-28-227,-2 31 201,0 0 0,0 0 1,1 0-1,1 1 0,3-13 0,-5 20 59,1-1 1,0 1-1,0 0 1,0 0-1,0 0 0,1 0 1,-1 0-1,1 0 1,-1 0-1,1 0 0,-1 1 1,1-1-1,0 1 1,0-1-1,0 1 0,0 0 1,0-1-1,0 1 1,0 0-1,1 0 0,-1 1 1,0-1-1,0 0 1,1 1-1,-1-1 0,4 1 1,1 0 5,0 0 1,0 0 0,0 0 0,0 1-1,0 1 1,0-1 0,-1 1 0,1 0-1,0 0 1,-1 1 0,7 4 0,10 6 28,36 27 0,-10-7 13,116 55 104,-153-84-138,1 0 0,0 0 1,0-1-1,21 1 1,-21-2-4,-1-1 1,0 2 0,1-1-1,-1 2 1,13 5 0,-21-8-8,-1 1 0,0 0 0,1 0 0,-1 1 0,0-1 0,0 1-1,-1-1 1,1 1 0,0 0 0,-1 0 0,0 0 0,0 0 0,0 1 0,0-1 0,0 1 0,0-1 0,-1 1 0,0-1 0,0 1 0,0 0 0,1 4 0,-1 4 8,2 0 0,0 0 1,0-1-1,1 1 1,1-1-1,0 0 0,0 0 1,14 20-1,-13-22-2,0 1 1,-1-1-1,0 2 0,0-1 1,-1 0-1,-1 1 0,0 0 1,3 15-1,-5-20-5,0-1 1,0 1-1,-1-1 1,0 1-1,0-1 1,0 1-1,-1 0 1,0-1-1,0 1 1,0-1-1,0 0 1,-1 1-1,0-1 1,0 0-1,-1 0 1,0 0 0,1 0-1,-7 7 1,5-9-1,0 0 0,0 0 0,0 0 0,0-1 0,0 1 0,0-1 0,-1 0 1,1 0-1,-1-1 0,0 1 0,1-1 0,-1 0 0,0-1 0,-6 1 0,-12 0 22,-40-3-1,33 1-6,-263-2 162,281 3-173,-8-2 10,1 0-1,-1 0 1,-19-7 0,16 4 12,-38-4 1,-10 7 14,41 2-14,0-1 1,-50-9 0,20 1 17,0 2 1,0 3-1,-78 5 0,62 0-1,71-2-43,0 1-1,-1 1 1,1-1 0,-1 1 0,1 0-1,0 0 1,0 1 0,-1-1 0,1 1 0,0 0-1,1 1 1,-1-1 0,0 1 0,1 0 0,-1 0-1,1 0 1,0 1 0,0 0 0,0-1-1,1 1 1,-1 1 0,1-1 0,0 0 0,-5 10-1,-4 4 14,8-12-13,0-1-1,1 0 1,0 1 0,-1 0 0,2-1 0,-1 1 0,1 0 0,0 1-1,-2 9 1,4-15-5,0 1 0,1-1 0,-1 1 1,1-1-1,-1 0 0,1 1 0,0-1 0,-1 0 0,1 0 0,0 1 0,0-1 0,0 0 0,0 0 0,0 0 0,0 0 0,0 0 0,0 0 0,0-1 1,1 1-1,-1 0 0,0 0 0,0-1 0,1 1 0,-1-1 0,0 1 0,1-1 0,-1 0 0,1 1 0,-1-1 0,3 0 0,8 1 0,-1 1 0,21-2 0,-24 0 0,25 0 0,123-5 0,-134 1 0,28-7 0,-32 6 0,1 1 0,25-2 0,64-8 0,-9 1 0,-3-3 0,-6 1 0,-81 14-22,1 0 0,-1-1-1,0 0 1,0 0 0,0-1 0,0 0 0,13-7-1,-20 9 16,0 0-1,0 0 1,-1-1-1,1 1 0,0 0 1,-1-1-1,1 0 1,-1 1-1,0-1 0,1 0 1,-1 1-1,0-1 1,0 0-1,0 0 0,1-4 1,-2 4 4,1-1-1,-1 1 1,0-1 0,0 1 0,0-1 0,-1 1-1,1-1 1,-1 1 0,1-1 0,-1 1 0,0 0 0,0-1-1,0 1 1,0 0 0,0-1 0,-3-3 0,1 2 3,0 0 1,0 0 0,0 1 0,-1-1 0,1 0 0,-1 1 0,0 0 0,0 0-1,0 0 1,0 1 0,-1-1 0,1 1 0,-1 0 0,-7-2 0,-4 0 1,0 0 1,0 2 0,-19-2 0,21 4-1,1-2 0,-1 0 0,1 0 0,0-1 1,-20-7-1,13 0-56,-1 0 0,1-2 0,1-1 0,0 0 0,1-1 0,-19-19 0,24 21 4,0 0 0,-1 1 1,0 1-1,-27-15 0,34 20 31,-1 0 0,1 0 0,0-1 0,1 1 0,-1-2 0,1 1 0,0-1-1,1 0 1,-10-15 0,-3-3-91,17 23 111,0 1 1,0 0-1,0 0 0,0 0 0,0 0 1,0 0-1,0 0 0,0 0 0,0 0 1,0 1-1,-1-1 0,1 0 0,0 1 1,0-1-1,-1 1 0,1-1 0,-1 1 1,1 0-1,0-1 0,-1 1 0,1 0 1,-1 0-1,1 0 0,-1 0 0,1 0 1,0 1-1,-1-1 0,1 0 0,-1 0 1,1 1-1,0-1 0,-1 1 0,1 0 1,-2 0-1,-3 3 4,-1 1 0,1 0 1,0 0-1,0 0 0,-6 7 1,-2 1 6,-23 25 18,-4 4 3,31-35-26,0 1-1,-1-2 1,1 1 0,-1-2-1,-1 1 1,1-2 0,-1 1-1,0-2 1,0 1 0,0-2-1,-1 1 1,1-2-1,-17 1 1,12-1 3,0 0-1,0 1 1,0 1-1,1 0 1,0 1-1,0 1 1,-20 9-1,29-10-3,1 1-1,-1 0 0,1 1 1,-1-1-1,2 1 0,-1 0 1,-5 9-1,7-10-1,0 1 0,0-1-1,-1 0 1,0 0 0,0-1 0,0 1 0,0-1 0,-1 0-1,1-1 1,-1 1 0,0-1 0,-8 3 0,-8 1 17,0 1-1,-42 21 1,45-20-10,0-1-9</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1:48.292"/>
    </inkml:context>
    <inkml:brush xml:id="br0">
      <inkml:brushProperty name="width" value="0.35" units="cm"/>
      <inkml:brushProperty name="height" value="0.35" units="cm"/>
      <inkml:brushProperty name="color" value="#FFFFFF"/>
    </inkml:brush>
  </inkml:definitions>
  <inkml:trace contextRef="#ctx0" brushRef="#br0">1 1 6999,'1995'301'0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2:18.850"/>
    </inkml:context>
    <inkml:brush xml:id="br0">
      <inkml:brushProperty name="width" value="0.35" units="cm"/>
      <inkml:brushProperty name="height" value="0.35" units="cm"/>
      <inkml:brushProperty name="color" value="#FFFFFF"/>
    </inkml:brush>
  </inkml:definitions>
  <inkml:trace contextRef="#ctx0" brushRef="#br0">2423 177 4915,'45'-2'749,"58"-10"1,27-3 18,396 13 2148,-271 4-1356,350-2 2044,-600 0-3558,1 0 0,0 0 0,-1 0 0,1 1 0,0 0 0,-1 1 0,1-1 0,8 4 0,-12-3-23,1-1 0,-1 1 1,0-1-1,0 1 0,0 0 0,0 0 0,0 0 1,0 0-1,0 0 0,-1 0 0,1 1 0,-1-1 1,0 1-1,1-1 0,-1 1 0,0-1 0,-1 1 1,1-1-1,0 1 0,0 3 0,2 24 224,-1-1 0,-1 1 0,-5 47 0,0 1 207,2-24-137,4 103 628,1-134-648,10 36 0,-2-16 22,1 8 66,-6-24-96,6 42 0,-8-42 1,8 31 0,-6-34-63,-1 0 1,1 26-1,-4 284 492,-4-169-506,4-93-213,-5 83 0,2-147 0,-2-1 0,1 1 0,-1-1 0,0 1 0,-1-1 0,0 0 0,0 0 0,0-1 0,-1 1 0,-10 10 0,-16 25 0,28-38 0,1 0 0,-1 0 0,-1-1 0,1 1 0,0-1 0,-1 0 0,0 0 0,1 0 0,-1 0 0,0-1 0,-1 0 0,1 0 0,0 0 0,-1 0 0,1-1 0,-1 1 0,1-1 0,-10 1 0,-7 0 0,-1-1 0,1 0 0,-22-4 0,10 2 0,-24-2 0,24 1 0,-1 1 0,0 2 0,-53 7 0,67-3 0,1 1 0,-25 11 0,-26 8 0,34-15 0,16-4 0,0 0 0,0-2 0,-33 3 0,4-6 0,30-2 0,-1 2 0,1 0 0,0 1 0,-24 6 0,17-2 0,-39 4 0,37-7 0,-34 9 0,-192 48 0,224-53 0,0-2 0,-1 0 0,-37 0 0,-95-7 0,60 0 0,-1287 2 0,1363 2 0,1 0 0,-36 9 0,30-5 0,-32 2 0,-221-6 0,146-4 0,134 3-12,0-1 0,1 0 1,-1-1-1,0 1 0,0-1 0,0 0 0,1 0 1,-1 0-1,0-1 0,1 1 0,-1-1 1,1 0-1,0-1 0,0 1 0,-1-1 0,2 0 1,-1 0-1,0 0 0,1 0 0,-1-1 1,1 1-1,0-1 0,0 0 0,0 0 0,1 0 1,-1 0-1,-1-5 0,-6-12-174,2 0 1,-8-25-1,13 37 164,-1 1-1,0 0 1,0-1-1,-1 1 1,0 1-1,-1-1 1,-6-6 0,6 7-30,1 0 0,0 0 1,0 0-1,0 0 0,1-1 1,0 0-1,0 0 1,-4-15-1,4-10-227,0 0 0,3-1 0,3-59 1,1 19-137,-4 52 245,0 0 0,-2 0 0,0 0 0,-8-23 0,6 19-54,2 0 0,0 0-1,2-43 1,-1-13-239,0 67 349,-1-1 0,0 1 0,-2 0 0,-11-29 0,10 30 31,0 0 0,2 0 0,0-1 0,0 0 0,-2-20 1,5-21-147,1 36 101,0 0 1,-2 1 0,-6-36 0,1 24-106,2 0-1,-3-59 1,9-66-387,1 59 218,-3 18 84,3-84-348,-2 160 671,0 0 0,1 0 0,-1 1 0,1-1 0,0 0 0,0 0-1,0 1 1,0-1 0,0 0 0,1 1 0,-1-1 0,1 1 0,0 0 0,0-1 0,0 1 0,0 0 0,0 0 0,0 0-1,0 0 1,1 1 0,-1-1 0,0 1 0,1-1 0,0 1 0,-1 0 0,1 0 0,0 0 0,0 0 0,4 0-1,7-2 70,1 2 0,0 0 0,-1 0-1,26 4 1,-18-2-20,21 1 83,-18 1-27,1-2-1,0-1 0,0-1 0,0-1 1,36-8-1,100-28 526,-90 29-402,-56 8-160,0 0 0,0-2-1,0 1 1,0-2 0,15-6 0,-7 1 27,0 1-1,1 1 1,0 1 0,0 1 0,1 1 0,-1 1 0,43 2 0,-32 1 18,-4 2 36,-1-2 0,0-2 0,50-8 0,-30 1 69,0 3 0,0 2 0,68 3 0,-92 0-82,-1-1 0,38-9 0,31-2 170,252 10 824,-180 5-586,-114-1-372,-27 0-75,-1 0 1,0-2-1,0-1 1,1-1 0,24-6-1,-23 2 37,1 2 0,-1 1-1,1 1 1,42 2 0,-1120 2 646,1021 1-785,0 1 0,-37 8 0,34-5 0,-53 4 0,-30-11 0,-41 2 0,35 19 0,91-14 0,18-2 0,0 0 0,0 1 0,0 1 0,1 0 0,0 0 0,0 1 0,1 1 0,-14 11 0,-13 9 0,22-18 0,0 0 0,2 1 0,-22 22 0,31-28 0,-1 0 0,1 1 0,0 0 0,1 0 0,-1 0 0,1 0 0,0 0 0,1 1 0,-1-1 0,1 1 0,1 0 0,-2 9 0,0 21 0,1 0 0,7 69 0,-1-87 0,0-1 0,1 1 0,1-1 0,1 0 0,0-1 0,18 30 0,-11-22 0,18 48 0,-12-10 0,27 76 0,-44-131 0,1 0 0,1 0 0,-1-1 0,1 1 0,1-1 0,-1 0 0,1 0 0,1-1 0,9 9 0,-11-11 0,0 0 0,0 0 0,1 0 0,-1-1 0,1 0 0,0 0 0,0-1 0,0 1 0,0-1 0,0-1 0,1 1 0,-1-1 0,10 1 0,-16-2-1,1 0-1,-1 0 1,1 0 0,-1 0-1,0 0 1,1 0 0,-1 0 0,1 0-1,-1-1 1,0 1 0,1 0 0,-1 0-1,0 0 1,1 0 0,-1-1-1,1 1 1,-1 0 0,0 0 0,0 0-1,1-1 1,-1 1 0,0 0-1,1-1 1,-1 1 0,0 0 0,0-1-1,1 1 1,-1 0 0,0-1-1,0 1 1,0-1 0,0 1 0,0 0-1,1-1 1,-1 1 0,0 0-1,0-1 1,0 1 0,0-1 0,0 1-1,0-1 1,0 1 0,0 0-1,-1-1 1,1 1 0,0-1 0,0 1-1,0 0 1,0-1 0,0 1-1,-1 0 1,1-1 0,0 1 0,0 0-1,-1-1 1,1 1 0,-1-1-1,-14-21-135,5 12 133,0 1 0,0 1 0,-1 0 0,0 0 0,-13-6 0,7 4-72,-23-19-1,11 7 43,-61-36 0,27 20-359,24 15 358,27 17 41,1 0-1,0-1 1,0-1-1,-10-9 1,0-2 6,16 16-30,1-1-1,-1 1 0,1-1 0,0 0 0,0 0 0,1-1 0,-1 1 0,1-1 0,0 1 1,0-1-1,1 0 0,-1-1 0,1 1 0,0 0 0,1 0 0,-3-12 0,2-6-233,2-38 0,0-2-104,0 60 352,-1 0 0,1 1 0,-1-1-1,1 0 1,-1 0 0,0 0 0,0 1 0,0-1-1,0 0 1,0 1 0,-1-1 0,1 1 0,-1 0-1,0-1 1,0 1 0,0 0 0,0 0-1,0 0 1,0 0 0,0 0 0,-1 1 0,1-1-1,0 1 1,-1-1 0,0 1 0,1 0 0,-1 0-1,0 0 1,-5-1 0,-6 0 26,-1 0-1,0 1 1,1 1 0,-26 2 0,18-1-23,-3 0 18,4 0 9,-1 0 1,-39 8-1,54-8-19,1 1 1,0 0-1,-1 1 0,1-1 0,0 1 1,0 0-1,1 1 0,-1 0 1,1 0-1,-1 0 0,1 0 0,0 1 1,-6 8-1,2-2 11,0 1 0,1 0 0,0 0 0,-7 18 0,13-27-14,1 0-1,-1 1 1,1-1 0,0 1 0,1 0-1,-1-1 1,0 1 0,1 0-1,0-1 1,0 1 0,0 0 0,0-1-1,1 1 1,-1 0 0,1-1 0,0 1-1,0-1 1,0 1 0,1-1-1,-1 1 1,1-1 0,2 4 0,27 34 77,52 51 1,-79-88-75,1 0 1,-1-1-1,1 1 1,0-1-1,0 0 1,0 0-1,0-1 1,1 0-1,-1 0 1,1 0-1,-1 0 1,1-1-1,0 0 1,0 0-1,0 0 1,-1-1-1,1 0 1,8-1-1,10-2-82,1-1 0,0-1-1,27-9 1,5-1-766,639-145-5244,349-96 2396,-595 131 4088,-435 121-306,0-1-1,0 0 0,-1-1 1,0 0-1,0-1 0,0-1 1,-1 0-1,0-1 0,-1 0 1,0-1-1,19-19 0,71-78 779,-101 106-856,1 0 0,-1 0-1,0-1 1,0 1 0,0 0 0,0-1-1,0 1 1,0-1 0,0 1 0,-1-1-1,1 0 1,0 1 0,-1-1-1,1 0 1,-1 1 0,0-1 0,0 0-1,1 0 1,-1 1 0,-1-4 0,1 4-6,0 0 1,0 1-1,-1-1 1,1 0-1,0 1 0,-1-1 1,1 1-1,-1-1 1,1 1-1,-1-1 1,1 1-1,-1-1 1,1 1-1,-1-1 1,1 1-1,-1-1 1,0 1-1,1 0 1,-1-1-1,-1 1 1,0-1 6,0 1 1,0 0-1,0-1 1,0 1 0,0 0-1,0 0 1,0 0-1,0 0 1,0 1-1,-3 0 1,-10 3 140,0 1 0,1 1 0,-1 0 0,1 1 0,0 1 0,-20 14 0,8-5 65,-204 134 1108,-170 97-28,181-118-336,213-125-918,0-2-2,1 0 0,-1 1 0,1 0 0,-5 5 0,10-8-39,-1-1 0,1 1 0,-1-1 0,1 0 0,0 1 0,-1-1 0,1 1 1,0-1-1,-1 1 0,1 0 0,0-1 0,0 1 0,0-1 0,0 1 0,-1-1 0,1 1 0,0 0 0,0-1 0,0 1 0,0-1 1,1 2-1,-1-1 2,0-1 0,1 1 1,0 0-1,-1-1 1,1 1-1,-1 0 1,1-1-1,0 1 0,-1-1 1,1 1-1,0-1 1,0 1-1,-1-1 1,1 0-1,0 1 0,0-1 1,0 0-1,-1 0 1,3 1-1,16 2 121,0 0 1,1-2-1,-1 0 0,1-1 1,0-1-1,36-6 0,143-31 1032,-24 3-348,58-5-232,-195 31-532,0-2 0,-1-1 1,64-31-1,-96 40-65,0 0 0,0-1 1,0 1-1,0-1 0,5-5 0,-9 8 13,0 1-1,-1-1 1,1 1 0,0-1 0,0 0-1,-1 0 1,1 1 0,0-1-1,-1 0 1,1 0 0,-1 0-1,1 0 1,-1 0 0,0 0-1,1 0 1,-1 1 0,0-1 0,0 0-1,1 0 1,-1 0 0,0-1-1,0 1 1,0 0 0,0 0-1,0 0 1,0 0 0,-1 0-1,1 0 1,0 0 0,0 0 0,-1 1-1,1-1 1,-1 0 0,1 0-1,-1 0 1,1 0 0,-2-1-1,0 1 4,1 0-1,-1 1 0,0-1 1,0 0-1,0 1 0,0 0 1,0-1-1,0 1 0,0 0 1,0 0-1,0 0 0,0 0 1,0 1-1,0-1 0,0 0 1,0 1-1,0 0 0,0-1 1,0 1-1,-3 2 0,-54 22 10,-80 45 0,79-38-5,-523 255 40,-442 137 15,970-402-58,0-3 0,-2-2 1,-72 12-1,127-29-2,0 0 0,0 1 0,0-1 1,0 0-1,0 0 0,0 0 0,-1-1 0,1 1 0,0 0 1,-3-2-1,4 2 0,1 0 0,0 0 0,0 0 0,-1-1 0,1 1 0,0 0 0,0 0 0,0-1 1,-1 1-1,1 0 0,0 0 0,0-1 0,0 1 0,0 0 0,0 0 0,0-1 0,-1 1 0,1 0 0,0-1 0,0 1 1,0 0-1,0-1 0,0 1 0,0 0 0,0 0 0,0-1 0,0 1 0,0 0 0,0-1 0,1 1 0,-1 0 0,0-1 0,0 1 1,0 0-1,0 0 0,0-1 0,1 1 0,-1 0 0,0-1 0,3-2 1,0 0-1,0 0 1,0 0-1,1 0 1,-1 0-1,1 1 1,-1-1 0,8-3-1,27-11-541,0 2-1,75-19 1,88-7-1596,-143 30 1656,1403-314-6956,-1430 317 7335,24-5 134,0-3 1,70-30 0,-115 42 43,-1 1-1,1 0 0,1 0 0,-1 1 0,0 0 1,20 0-1,-14 1 2,-11 0-42,0 0 0,0-1 0,0 0 1,0 1-1,-1-1 0,1-1 1,-1 1-1,1-1 0,6-4 0,-6 3 16,1 0-1,1 0 0,-1 1 0,11-4 0,-3 3 46,1 1 1,0 1-1,1 0 1,22 1-1,-38 1-92,0 0 0,0 0-1,0 0 1,0 0-1,0 0 1,0-1 0,0 1-1,0 0 1,0 0-1,1 0 1,-1 0 0,0 0-1,0 0 1,0 0-1,0 0 1,0 0 0,0 0-1,0 0 1,0 0-1,1 0 1,-1 0 0,0 0-1,0 0 1,0 0-1,0 0 1,0 0 0,0 0-1,0 0 1,0 0-1,0 0 1,1 0 0,-1 1-1,0-1 1,0 0-1,0 0 1,0 0 0,0 0-1,0 0 1,0 0-1,0 0 1,0 0 0,0 0-1,0 0 1,0 0-1,0 1 1,0-1 0,1 0-1,-1 0 1,0 0-1,0 0 1,0 0 0,0 0-1,0 0 1,0 0-1,0 0 1,0 1 0,0-1-1,0 0 1,0 0-1,0 0 1,0 0 0,-8 6 166,-17 6 136,-224 111 1208,-144 62-7,102-79-631,247-89-499,-44 25 0,74-37-288,1 0 0,-1 0 0,0-1 0,-26 3 0,-17 5 190,28-3-39,0 1 0,0 1 1,-50 28-1,-191 88 999,200-104-959,55-19-179,0 1-1,0 0 0,1 1 1,0 0-1,-25 16 0,-36 39 281,47-37-149,-34 23-1,55-41-229,0 0 0,0 1 1,0 0-1,0 0 0,1 0 0,1 1 0,-9 13 0,10-13-2,-1 0 0,0-1-1,-1 1 1,0-2-1,0 1 1,0 0 0,-1-1-1,-13 10 1,8-11 0,-4 3 0,16-6 0,11-3 0,88-13-312,0-5 0,100-32 0,-19-14-163,-139 49 507,-23 8-18,1-1 1,-1-1-1,-1-1 1,27-22-1,11-6 32,28-2 15,-21 4 2,88-38 0,-28 17 4,-25 15-1,-50 25-44,65-23 47,0 2-8,-83 31-40,1-2 0,-2-1 0,33-17 0,190-102 129,-19 30-24,-184 80-94,-7 4-10,104-47 69,-139 59-85,-1 1-1,1-1 1,-1 0-1,0 0 0,6-8 1,17-12 19,20-16-124,-36 28 1,1 1 1,22-15 0,-8 10 112,-11 7-77,0 0 0,-1-1 0,0-1 0,25-23 0,-26 19 64,33-23-1,-19 15 16,-27 23-16,0-1 0,0 1 0,0-1-1,0 0 1,-1 1 0,1-1 0,0 0 0,0 0-1,-1 0 1,1 0 0,0 1 0,-1-1 0,1 0-1,-1 0 1,1 0 0,-1 0 0,0 0-1,1 0 1,-1-1 0,0 1 0,0 0 0,0-1-1,0 1 1,0 0 0,-1 0 0,1 1-1,-1-1 1,0 0 0,1 1 0,-1-1-1,0 0 1,1 1 0,-1-1 0,0 1-1,1-1 1,-1 1 0,0 0 0,0-1-1,0 1 1,1 0 0,-1-1 0,0 1-1,-2 0 1,-7-2 5,-1 0-1,0 1 0,-14 1 1,20 0-5,-549 3 169,540-3-164,1 1 1,-1 0-1,-19 5 1,29-5-5,0 0 0,0 0-1,0 1 1,0-1 0,0 1 0,0 0 0,0 0 0,1 0 0,-1 0 0,1 0 0,0 1 0,-1 0 0,1 0 0,0 0 0,-3 4-1,6-6 0,-1 0 0,1 0 0,0 1 0,-1-1-1,1 0 1,0 0 0,0 0 0,0 1 0,-1-1-1,1 0 1,1 0 0,-1 1 0,0-1 0,0 0-1,0 0 1,1 0 0,-1 1 0,0-1 0,1 0-1,-1 0 1,1 0 0,0 0 0,-1 0 0,1 0-1,0 0 1,0 0 0,-1 0 0,1 0 0,0 0-1,0 0 1,0 0 0,0-1 0,0 1-1,0 0 1,0-1 0,2 1 0,7 5 4,0-1 0,1 0 1,11 3-1,-10-3 1,6 2 4,0 1 0,0 0 0,0 2 0,-1 0 0,-1 1 0,0 0-1,0 2 1,26 27 0,-19-17 4,-17-17-10,0-1 0,0 2 0,0-1-1,-1 0 1,0 1 0,0 0 0,-1 0 0,0 1 0,0-1-1,-1 1 1,3 9 0,0 23 18,-1 1 1,-2 0-1,-6 80 1,1-47-1,2-14-11,-1 45 11,0-91-17,-1 0 1,0-1 0,-1 1 0,0 0-1,-7 15 1,7-23-3,0-1 0,0 0 1,-1 0-1,0-1 0,1 1 0,-2-1 0,1 0 0,0 0 0,-1 0 1,0 0-1,-9 5 0,2-2 5,0-1 0,-1 0 0,-26 8 0,13-8 4,0-2 0,-1-1 0,1-1 0,-45-2 0,-39 3 42,-276 47-22,150-17-24,153-22-8,2 3 0,-1 3 0,-95 34 0,-314 106 0,475-152 0,1 0 0,0-1 0,-1-1 0,-28 3 0,44-5 0,-1-1 0,1 0 0,-1 0 0,1 0 0,0 0 0,-1 0 0,1 0 0,-1 0 0,1 0 0,-1 0 0,1 0 0,0 0 0,-1 0 0,1 0 0,-1 0 0,1 0 0,-1 0 0,1-1 0,0 1 0,-1 0 0,1 0 0,0 0 0,-1-1 0,1 1 0,-1 0 0,1-1 0,0 1 0,0 0 0,-1-1 0,1 1 0,0 0 0,0-1 0,-1 0 0,1 1 0,1-1 0,-1 0 0,1 0 0,-1 1 0,1-1 0,-1 0 0,1 1 0,0-1 0,-1 0 0,1 1 0,0-1 0,-1 1 0,1-1 0,0 1 0,0 0 0,-1-1 0,1 1 0,1-1 0,13-4 0,1 0 0,-1 1 0,30-4 0,-40 8 0,245-37-1270,117-20-1714,337-88-878,-5-53 1591,-654 184 2263,-31 11 55,0-1 1,0-1-1,0 0 1,19-11-1,-31 14-50,0 1-1,0-1 1,0 0-1,0 1 1,0-1 0,0 0-1,0 0 1,-1-1-1,1 1 1,-1 0-1,0 0 1,1-1-1,-1 1 1,0-1 0,0 1-1,0-1 1,-1 1-1,1-1 1,-1 0-1,1 1 1,-1-1-1,0 0 1,0 1 0,0-1-1,0 0 1,-1 1-1,1-1 1,-1 1-1,-1-4 1,1 1 12,-1 0 1,0 0-1,0 0 1,0 0-1,-1 0 1,0 1-1,0-1 1,0 1-1,0 0 1,-1 0-1,1 0 0,-1 0 1,-7-5-1,-1 1 60,0 0-1,-1 0 0,0 2 1,-1-1-1,1 2 0,-1-1 0,0 2 1,-1 0-1,1 1 0,-1 0 1,-22 0-1,-202 3 681,89 2-236,143-2-483,3-1-11,1 1 0,-1 0-1,0 0 1,0 0 0,1 0-1,-1 1 1,0 0 0,0-1 0,1 1-1,-1 1 1,1-1 0,-1 0 0,1 1-1,-5 2 1,8-4-16,0 0 0,0 0 1,0 0-1,0 1 0,0-1 0,0 0 0,0 0 0,-1 0 1,1 0-1,0 0 0,0 1 0,0-1 0,0 0 0,0 0 0,0 0 1,0 0-1,0 1 0,0-1 0,0 0 0,0 0 0,0 0 1,0 0-1,0 1 0,0-1 0,0 0 0,0 0 0,0 0 1,0 0-1,0 1 0,0-1 0,0 0 0,0 0 0,1 0 1,-1 0-1,0 0 0,0 1 0,0-1 0,0 0 0,0 0 1,0 0-1,1 0 0,9 5 74,12 0 41,39 1 194,66 9 343,-44 1-341,286 40 628,-317-52-698,1-3 1,58-6-1,-107 5-237,0-1 0,1 0 0,-1 0 0,0 0 0,0-1 0,0 1 0,0-1 1,0 0-1,0 0 0,0 0 0,-1-1 0,1 1 0,-1-1 0,5-4 0,-3 1-41,-1 1 0,1-1 0,-1 0 0,-1 0 0,1-1 0,-1 1-1,0-1 1,2-7 0,1-8-109,-1 0-1,-1 0 0,-1 0 1,0-39-1,-5-273-1375,2 329 1505,0-1 0,-1 0 1,1 1-1,-1-1 0,0 1 0,-1-1 1,1 1-1,-1 0 0,0 0 1,0 0-1,-1 0 0,-5-9 1,5 10 29,0 1 0,-1-1 0,1 1 1,-1 0-1,1 0 0,-1 0 0,0 1 1,0 0-1,0-1 0,-1 1 0,1 0 1,0 1-1,-1-1 0,1 1 0,-9-1 1,0-1 20,0 2 1,0-1 0,0 2-1,0 0 1,0 0 0,0 1-1,-16 4 1,23-4-16,0 1 0,-1 0 0,1 1 0,1-1 0,-1 1 0,0 0 0,1 1 0,-1-1 0,1 1 0,0 0 0,0 1 0,0-1 0,1 1 0,0 0-1,0 0 1,-5 8 0,4-4 8,1 0 0,0 0 0,0 0 0,1 0 0,1 1 0,-1-1 0,1 1 0,-1 18 0,2 9 96,4 38 0,-1-24-3,-2-12 3,2 0-1,2-1 1,9 40-1,-9-61-66,-1 1 0,0 0 0,-1-1 0,-1 1 1,-2 25-1,1-36-41,-1-1 1,0 0 0,0 0-1,-1 1 1,1-1 0,-2 0-1,1 0 1,0-1 0,-1 1-1,0 0 1,-1-1 0,1 0-1,-1 0 1,0 0 0,0 0-1,-1 0 1,1-1 0,-9 6-1,-20 11 169,-45 20 0,-26 17 216,-10 12 19,-2-5-1,-3-5 1,-174 61 0,265-111-360,0-2 1,-1-1 0,0-2-1,0-1 1,-1-1 0,1-1-1,-31-2 1,-360-6 959,352 6-897,60 0-103,1 0-1,-1-1 1,1 0 0,0 0 0,-14-5-1,20 6-29,-1-1 0,1 1 0,-1-1 0,1 1-1,-1-1 1,1 0 0,0 1 0,0-1 0,-1 0 0,1 0-1,0 0 1,0 0 0,0 0 0,0 0 0,0-1 0,0 1-1,0 0 1,0 0 0,1-1 0,-1 1 0,0-1 0,1 1-1,-1 0 1,1-1 0,-1 1 0,1-1 0,0 1 0,0-1-1,0 1 1,0-1 0,0 1 0,0-1 0,0 0-1,0 1 1,1-3 0,0 2 7,0 0 0,0 0 0,0 0 0,1 0 0,-1 0 0,0 0 0,1 0 0,-1 1 0,1-1 0,0 1 0,0-1 0,0 1 0,-1-1 0,1 1 0,1 0 0,-1 0 0,0 0 0,0 0 0,0 0 0,0 1 0,1-1 0,3 0 0,8-1 5,-1 0-1,22 0 1,-30 2-5,201-22 44,-114 9-26,536-52 61,9 46-30,-616 18-44,0-1 0,0-1 0,25-6 0,-20 3 2,37-3-1,46 7 9,-371 3 26,228 1-31,-66 12 0,-13 0 6,-114-12 9,125-3-12,94 1-11,0 0-1,0 1 0,0 0 1,0 1-1,1-1 0,-1 1 1,0 1-1,1 0 0,-1 0 1,1 0-1,0 1 1,0 0-1,0 0 0,1 1 1,-1 0-1,1 0 0,0 0 1,-7 9-1,13-13 0,-1-1 0,0 1 0,1-1 0,-1 1 0,1-1 0,-1 1 0,1 0 0,0-1 0,-1 1 0,1 0 0,-1-1 0,1 1 0,0 0 0,0 0 0,-1-1 0,1 1 0,0 0 0,0 0 0,0-1 0,0 1 0,0 0 0,0 0 0,0 0 0,1 0 0,-1-1 0,1 1 0,-1-1 0,1 1 0,-1-1 0,1 1 0,-1-1 0,1 1 0,-1-1 0,1 1 0,-1-1 0,1 0 0,0 1 0,-1-1 0,1 0 0,0 0 0,-1 1 0,2-1 0,5 1 0,0 0 0,0 0 0,12 0 0,-14-1 0,179 0 0,168 8 0,622 43 0,-911-51 0,70-3 0,-104-5 0,-28 8 0,-1 0 0,0 0 0,1 0 0,-1-1 0,0 1 0,1 0 0,-1 0 0,0 0 0,0 0 0,1-1 0,-1 1 0,0 0 0,0 0 0,1-1 0,-1 1 0,0 0 0,0 0 0,0-1 0,0 1 0,1 0 0,-1 0 0,0-1 0,0 1 0,0 0 0,0-1 0,0 1 0,0-1 0,0 0 0,-1 1 0,1-1 0,-1 1 0,0-1 0,1 1 0,-1-1 0,0 1 0,1 0 0,-1-1 0,0 1 0,1-1 0,-1 1 0,0 0 0,0 0 0,1 0 0,-1-1 0,-1 1 0,-28-5 0,1 2 0,-1 1 0,0 1 0,-34 3 0,0 0 0,-475-1 0,519 0 0,0 1 0,1 1 0,-20 5 0,16-3 0,-38 4 0,-93-9 0,-24 2 0,163 1 0,0 0 0,1 1 0,-1 1 0,1 0 0,-1 1 0,1 0 0,-20 14 0,-13 5 0,-69 23 0,70-24 0,34-17 0,-1-1 0,-17 7 0,-32 12 0,46-17 0,-1-1 0,-1-1 0,1 0 0,-1-1 0,1-1 0,-23 2 0,-234-5 0,124-3 0,126 1 0,0 0 0,-41-8 0,54 7 0,0-1 0,0 0 0,0-1 0,0 0 0,1-1 0,-1 0 0,-17-12 0,-8-7 0,25 18 0,1 0 0,0-1 0,-12-11 0,9 4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2:51.839"/>
    </inkml:context>
    <inkml:brush xml:id="br0">
      <inkml:brushProperty name="width" value="0.35" units="cm"/>
      <inkml:brushProperty name="height" value="0.35" units="cm"/>
      <inkml:brushProperty name="color" value="#FFFFFF"/>
    </inkml:brush>
  </inkml:definitions>
  <inkml:trace contextRef="#ctx0" brushRef="#br0">0 29 9751,'2237'-28'0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2:56.567"/>
    </inkml:context>
    <inkml:brush xml:id="br0">
      <inkml:brushProperty name="width" value="0.35" units="cm"/>
      <inkml:brushProperty name="height" value="0.35" units="cm"/>
      <inkml:brushProperty name="color" value="#FFFFFF"/>
    </inkml:brush>
  </inkml:definitions>
  <inkml:trace contextRef="#ctx0" brushRef="#br0">730 1 4915,'0'304'2163,"1"-299"-2117,-1 1 0,-1-1 0,1 1-1,-1 0 1,0-1 0,0 1 0,-1-1 0,-3 10 0,4-13-23,-1 0 1,0 1-1,1-1 0,-1 0 0,0 0 1,0 0-1,0 0 0,0 0 0,0-1 0,0 1 1,-1-1-1,1 1 0,-1-1 0,1 0 0,-1 0 1,1 0-1,-1 0 0,0-1 0,1 1 1,-4 0-1,-5 1 59,0-1-1,-1 0 1,1-1 0,0 0-1,0 0 1,-1-1 0,1-1 0,0 0-1,-13-4 1,19 4-72,0 0-1,0 0 1,1 0 0,-1 0-1,0-1 1,1 0 0,0 0-1,-1 0 1,1-1 0,0 1-1,1-1 1,-1 0-1,1 0 1,-1 0 0,1 0-1,0-1 1,1 1 0,-1-1-1,1 0 1,0 0-1,-2-7 1,0-7-46,1 0 0,1 0 0,0-24 1,2 19-29,-7-35 0,-6-20-31,8 150 832,-1-30-404,-1 0 1,-2 0 0,-15 40-1,10-43-65,-1-1 0,-1 0 0,-32 50 0,-77 93 492,113-166-637,-1-1 0,-1 0 0,1-1 0,-31 20 0,-14 13 383,51-41-366,6-7-75,11-12-199,51-32-213,-28 22 332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3:05.223"/>
    </inkml:context>
    <inkml:brush xml:id="br0">
      <inkml:brushProperty name="width" value="0.35" units="cm"/>
      <inkml:brushProperty name="height" value="0.35" units="cm"/>
      <inkml:brushProperty name="color" value="#FFFFFF"/>
    </inkml:brush>
  </inkml:definitions>
  <inkml:trace contextRef="#ctx0" brushRef="#br0">4156 2 17660,'-4155'945'0,"12464"-945"0,-12463-945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3:14.650"/>
    </inkml:context>
    <inkml:brush xml:id="br0">
      <inkml:brushProperty name="width" value="0.35" units="cm"/>
      <inkml:brushProperty name="height" value="0.35" units="cm"/>
      <inkml:brushProperty name="color" value="#FFFFFF"/>
    </inkml:brush>
  </inkml:definitions>
  <inkml:trace contextRef="#ctx0" brushRef="#br0">0 1089 10649,'0'-1089'0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3:32.215"/>
    </inkml:context>
    <inkml:brush xml:id="br0">
      <inkml:brushProperty name="width" value="0.35" units="cm"/>
      <inkml:brushProperty name="height" value="0.35" units="cm"/>
      <inkml:brushProperty name="color" value="#FFFFFF"/>
    </inkml:brush>
  </inkml:definitions>
  <inkml:trace contextRef="#ctx0" brushRef="#br0">6771 1276 4915,'0'15'271,"1"-10"-213,-1 1 0,0 0 0,0-1 0,0 1 0,-1 0-1,0-1 1,0 1 0,0 0 0,-1-1 0,0 0 0,0 1 0,0-1-1,-4 7 1,-20 30 333,23-34-312,-1-1 0,-1 1 0,1-1 1,-1 0-1,-1 0 0,1 0 0,-1-1 0,0 0 1,0 0-1,-11 7 0,0-3 140,0-1 0,-24 10-1,36-17-174,0 0-1,0-1 0,0 1 0,0-1 0,-1 0 1,1-1-1,0 1 0,0-1 0,-1 0 1,1 0-1,0-1 0,0 0 0,-9-1 0,12 0-37,-1 1-1,1-1 0,-1 1 1,1-1-1,0 1 0,-1-1 0,1 0 1,0 0-1,1 0 0,-1-1 1,0 1-1,0 0 0,1-1 0,0 1 1,-1-1-1,1 1 0,0-1 1,0 0-1,0 1 0,1-1 0,-1 0 1,0-4-1,-1-8-37,1 0-1,0 0 1,2-15-1,0 17 32,-1-28-48,0 14 6,1-1 0,1 1 0,1 0-1,7-28 1,-4 28-7,0 0-1,-2 0 1,0-34-1,-5-84-128,-1 57 68,2-305-381,1 385 485,-2-1-1,1 1 1,-1-1-1,0 1 0,-1 0 1,-4-14-1,5 19 28,-1 0-1,1 0 1,-1 1 0,1-1-1,-1 0 1,0 1 0,0-1 0,0 1-1,-1-1 1,1 1 0,0 0-1,-1 0 1,1 0 0,-1 1-1,0-1 1,0 0 0,0 1 0,0 0-1,0 0 1,-5-2 0,-16-1 161,0 1 1,-1 2 0,0 0-1,-48 5 1,4-1 173,-376-2 1958,268-1-995,1105 0 3577,-921 0-4847,-1 0 0,1 1 0,-1 0 0,0 0 0,1 0 0,-1 1 0,11 4 0,-16-5-33,0-1 0,1 1 0,-1 0 0,0 0 0,0-1 0,0 1 0,0 0 0,0 0 0,0 0 0,0 0 1,0 0-1,0 0 0,0 1 0,-1-1 0,1 0 0,0 0 0,0 3 0,-1-3 1,0 1 0,0 0 0,0-1 0,0 1 0,0-1-1,0 1 1,-1 0 0,1-1 0,0 1 0,-1 0 0,0-1 0,1 1 0,-1-1 0,0 1 0,0-1 0,0 0 0,1 1 0,-3 1 0,-2 3 33,0-1 1,-1 0-1,1 0 1,-1-1-1,0 0 0,0 0 1,0 0-1,-1 0 1,0-1-1,1 0 0,-1-1 1,0 1-1,0-1 1,0-1-1,-13 2 0,-11 0 167,-1-1 0,-43-4-1,41 1-19,-502-1 2156,316 2-1769,201-1-583,1-1 0,-1 0 0,-23-8 0,20 5 0,-41-5 0,-241 8 0,156 4 0,-1394-2 0,1523-2 0,0 0 0,1 0 0,-24-8 0,20 5 0,-41-5 0,-124 10 0,-18-1 0,119-13 0,56 8 0,-35-2 0,-281 6 0,178 4 0,-316-2 0,473-1-28,0 1 0,1-1 1,-1-1-1,0 1 0,1-2 0,-1 0 1,-19-8-1,28 10 19,-1 0-1,1 0 1,-1-1 0,1 1 0,0-1 0,-1 1-1,1-1 1,0 0 0,0 0 0,0 0 0,0 0-1,1 0 1,-1-1 0,0 1 0,1 0 0,0-1-1,-1 1 1,1-1 0,0 0 0,0 1 0,1-1-1,-1 0 1,1 0 0,-1 1 0,1-1 0,0 0 0,0 0-1,0 1 1,0-1 0,0 0 0,1 0 0,-1 0-1,1 1 1,0-1 0,1-3 0,15-32-311,-13 29 217,1-1 1,-1 1-1,-1-1 1,5-20 0,-7 26 85,-1 1 0,0 0 1,0 0-1,0 0 0,0 0 0,-1 0 1,1 0-1,-1-1 0,0 1 1,0 0-1,0 0 0,0 1 1,0-1-1,-1 0 0,1 0 1,-1 1-1,0-1 0,0 0 1,0 1-1,0 0 0,-3-3 1,-3-1 23,0-1 0,0 2 0,-1-1 0,0 1 0,0 1 0,0-1 0,0 2 0,-1-1 0,0 1 1,1 1-1,-1 0 0,-17-2 0,-13 1 35,-78 6 0,51 0 0,-45-4 24,-79 3 49,146 3-60,-70 19 0,74-14-25,-1-1 0,-48 3 0,56-9 8,-36 9 1,37-6-7,-39 2 0,40-4 0,-35 7 0,-17 2 18,75-13-43,1 1 1,-1 1 0,1-1-1,-16 7 1,22-8-7,1 1 1,-1-1-1,1 1 1,-1 0-1,1 0 1,-1-1-1,1 1 1,0 0-1,-1 0 1,1 0-1,0 1 1,0-1-1,0 0 1,0 0-1,0 1 1,0-1-1,0 0 1,0 1-1,0-1 1,1 1-1,-1-1 1,1 1-1,-1-1 1,1 1-1,-1 0 1,1-1-1,0 1 1,0 0-1,0-1 1,0 1-1,0 0 0,0-1 1,1 3-1,0-2 2,0 0-1,0 1 1,0-1-1,0 0 0,1 0 1,-1-1-1,1 1 1,-1 0-1,1 0 0,0-1 1,0 1-1,-1-1 0,1 1 1,0-1-1,0 0 1,1 0-1,1 1 0,41 15 31,-42-16-30,32 11 17,-12-4 1,0 0-1,1-2 1,0-1 0,38 4 0,171-9 115,-104-1-63,-103 1-70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8:55.199"/>
    </inkml:context>
    <inkml:brush xml:id="br0">
      <inkml:brushProperty name="width" value="0.35" units="cm"/>
      <inkml:brushProperty name="height" value="0.35" units="cm"/>
      <inkml:brushProperty name="color" value="#FFFFFF"/>
    </inkml:brush>
  </inkml:definitions>
  <inkml:trace contextRef="#ctx0" brushRef="#br0">1 1 4915,'0'0'0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9:00.347"/>
    </inkml:context>
    <inkml:brush xml:id="br0">
      <inkml:brushProperty name="width" value="0.35" units="cm"/>
      <inkml:brushProperty name="height" value="0.35" units="cm"/>
      <inkml:brushProperty name="color" value="#FFFFFF"/>
    </inkml:brush>
  </inkml:definitions>
  <inkml:trace contextRef="#ctx0" brushRef="#br0">228 125 4915,'0'-5'0,"0"-6"0,0-8 0,0-5 0,-5 2 0,-7 5 180,-7 4 0,-4 5 1,-5 4-1,-2 3 0,-1 1 0,5 6 1,1 1-1,5 6 0,12 0 0,11-3 0,6-2-180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9:03.890"/>
    </inkml:context>
    <inkml:brush xml:id="br0">
      <inkml:brushProperty name="width" value="0.35" units="cm"/>
      <inkml:brushProperty name="height" value="0.35" units="cm"/>
      <inkml:brushProperty name="color" value="#FFFFFF"/>
    </inkml:brush>
  </inkml:definitions>
  <inkml:trace contextRef="#ctx0" brushRef="#br0">0 2601 10649,'151'-2600'0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9:23.497"/>
    </inkml:context>
    <inkml:brush xml:id="br0">
      <inkml:brushProperty name="width" value="0.35" units="cm"/>
      <inkml:brushProperty name="height" value="0.35" units="cm"/>
      <inkml:brushProperty name="color" value="#FFFFFF"/>
    </inkml:brush>
  </inkml:definitions>
  <inkml:trace contextRef="#ctx0" brushRef="#br0">2565 1 4915,'-2118'0'12976,"2107"0"-12886,0 0 0,0 1 0,0 1 0,0 0 0,0 0 0,1 1 1,-1 1-1,1 0 0,0 0 0,0 1 0,0 0 0,1 1 0,-14 9 0,14-8 28,-1 0 0,-1-1 0,1-1 0,-13 6 0,9-5 46,1 0 0,-14 10 0,16-10-62,0 0 0,-1 0 0,0-2 0,0 1 0,0-1 0,-1-1 0,-12 2 0,-14 4 208,15-3-280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9:28.581"/>
    </inkml:context>
    <inkml:brush xml:id="br0">
      <inkml:brushProperty name="width" value="0.35" units="cm"/>
      <inkml:brushProperty name="height" value="0.35" units="cm"/>
      <inkml:brushProperty name="color" value="#FFFFFF"/>
    </inkml:brush>
  </inkml:definitions>
  <inkml:trace contextRef="#ctx0" brushRef="#br0">1 1 4915,'0'5'180,"5"1"0,2 6 1,0 5-1,-2 5 0,-1 4 0,-2 3 1,0 1-1,-2 1 0,5-5 0,2-6-180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9:32.528"/>
    </inkml:context>
    <inkml:brush xml:id="br0">
      <inkml:brushProperty name="width" value="0.35" units="cm"/>
      <inkml:brushProperty name="height" value="0.35" units="cm"/>
      <inkml:brushProperty name="color" value="#FFFFFF"/>
    </inkml:brush>
  </inkml:definitions>
  <inkml:trace contextRef="#ctx0" brushRef="#br0">32 54 4915,'0'-5'0,"-6"-2"180,0-4-182,-6-1 181,5 1-1,8 4 1,5 7-1,6 4 1,1 7-1,3 0 1,0 0-179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9:36.835"/>
    </inkml:context>
    <inkml:brush xml:id="br0">
      <inkml:brushProperty name="width" value="0.35" units="cm"/>
      <inkml:brushProperty name="height" value="0.35" units="cm"/>
      <inkml:brushProperty name="color" value="#FFFFFF"/>
    </inkml:brush>
  </inkml:definitions>
  <inkml:trace contextRef="#ctx0" brushRef="#br0">141 292 4915,'0'-26'0,"0"4"0,0 0 0,-1 0 0,-1 1 0,-8-34 0,4 28 10,1 0 0,-3-42 0,32 147 1041,12 77 31,-36-152-1058,1 0 0,0 0 0,0-1 0,0 1 0,0 0 0,0-1 0,0 1 0,1-1 0,0 1 0,-1-1 0,1 0 0,0 0 0,0 1 0,3 1 0,0 0 49,1-1 0,-1 1-1,1-1 1,10 3-1,-8-3 18,-1 0-1,1 1 1,10 7-1,12 6 271,-46-30-142,0 0-1,0-1 0,-21-25 0,-2-10-349,26 30 123,-2 0-1,-23-22 0,32 35 47,0 1 0,0 1 0,0-1 0,0 1 0,-1 0 0,0 1 0,0 0 0,0 0 0,0 0 0,0 1-1,-11-2 1,-3 2 224,35 10 56,18 10-65,52 60 439,-69-63-576,-2-1-92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9:38.091"/>
    </inkml:context>
    <inkml:brush xml:id="br0">
      <inkml:brushProperty name="width" value="0.35" units="cm"/>
      <inkml:brushProperty name="height" value="0.35" units="cm"/>
      <inkml:brushProperty name="color" value="#FFFFFF"/>
    </inkml:brush>
  </inkml:definitions>
  <inkml:trace contextRef="#ctx0" brushRef="#br0">174 1 4915,'-5'0'180,"-7"0"0,-7 0 1,-4 0-1,-5 0 0,-1 0 0,-2 0 1,4 0-181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9:44.792"/>
    </inkml:context>
    <inkml:brush xml:id="br0">
      <inkml:brushProperty name="width" value="0.35" units="cm"/>
      <inkml:brushProperty name="height" value="0.35" units="cm"/>
      <inkml:brushProperty name="color" value="#FFFFFF"/>
    </inkml:brush>
  </inkml:definitions>
  <inkml:trace contextRef="#ctx0" brushRef="#br0">112 94 4915,'-2'0'29,"-1"-1"0,1 0 0,0 0 1,0 0-1,0 0 0,-1-1 0,1 1 0,0 0 0,1-1 0,-1 0 1,0 1-1,0-1 0,-2-3 0,-7-5 64,-53-34 280,63 43-366,1 1-1,0 0 0,-1 0 1,1 0-1,0 0 1,-1-1-1,1 1 0,0 0 1,0 0-1,-1-1 0,1 1 1,0 0-1,0 0 0,-1-1 1,1 1-1,0 0 0,0-1 1,0 1-1,0 0 0,0-1 1,-1 1-1,1 0 0,0-1 1,0 1-1,0 0 0,0-1 1,0 1-1,0 0 0,0-1 1,0 1-1,0 0 0,0-1 1,0 1-1,0-1 0,1 1 1,-1 0-1,0-1 0,0 1 1,0 0-1,0-1 0,1 1 1,-1 0-1,0 0 0,0-1 1,0 1-1,1 0 0,-1 0 1,0-1-1,1 1 0,-1 0 1,0 0-1,0 0 0,1-1 1,-1 1-1,0 0 1,1 0-1,-1 0 0,0 0 1,1 0-1,-1 0 0,0 0 1,1 0-1,-1 0 0,1 0 1,-1 0-1,0 0 0,1 0 1,-1 0-1,32-3 231,-30 3-212,9 0 47,39 1 220,-46 0-264,-1-1 0,1 1 0,-1 0 0,1 0 0,-1 0 0,0 0 0,0 1 0,1-1 0,-1 1 0,0 0 0,4 3 0,-6-4-15,0-1 1,-1 1-1,1 0 0,0-1 0,-1 1 0,1 0 0,-1-1 1,1 1-1,-1 0 0,1 0 0,-1 0 0,1 0 0,-1-1 1,0 1-1,0 0 0,1 0 0,-1 0 0,0 0 1,0 0-1,0 0 0,0 0 0,0 0 0,0 0 0,0-1 1,0 1-1,-1 2 0,0-1 9,0 0 0,0 0 0,0 0 1,0-1-1,0 1 0,-1 0 0,1 0 0,-1-1 0,1 1 1,-4 2-1,-2 1 103,-1 0 0,0 0 0,0-1 0,-11 5 0,35-36 400,0 15-379,0 1-117</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07:39:52.741"/>
    </inkml:context>
    <inkml:brush xml:id="br0">
      <inkml:brushProperty name="width" value="0.35" units="cm"/>
      <inkml:brushProperty name="height" value="0.35" units="cm"/>
      <inkml:brushProperty name="color" value="#FFFFFF"/>
    </inkml:brush>
  </inkml:definitions>
  <inkml:trace contextRef="#ctx0" brushRef="#br0">7 0 4915,'0'5'180,"0"7"0,0 6 1,0 6-1,-5-2 0,3-4 0,8-6 1,7-4-1,2-4-180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FEA6DD-52F7-4ABD-8339-A33399FCE49F}" type="datetimeFigureOut">
              <a:rPr lang="en-IN" smtClean="0"/>
              <a:t>30-01-2026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5D431F-1B60-4137-878C-9611D0C54A95}" type="slidenum">
              <a:rPr lang="en-IN" smtClean="0"/>
              <a:t>‹#›</a:t>
            </a:fld>
            <a:endParaRPr lang="en-IN"/>
          </a:p>
        </p:txBody>
      </p:sp>
    </p:spTree>
    <p:extLst>
      <p:ext uri="{BB962C8B-B14F-4D97-AF65-F5344CB8AC3E}">
        <p14:creationId xmlns:p14="http://schemas.microsoft.com/office/powerpoint/2010/main" val="2940323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D5D431F-1B60-4137-878C-9611D0C54A95}" type="slidenum">
              <a:rPr lang="en-IN" smtClean="0"/>
              <a:t>1</a:t>
            </a:fld>
            <a:endParaRPr lang="en-IN"/>
          </a:p>
        </p:txBody>
      </p:sp>
    </p:spTree>
    <p:extLst>
      <p:ext uri="{BB962C8B-B14F-4D97-AF65-F5344CB8AC3E}">
        <p14:creationId xmlns:p14="http://schemas.microsoft.com/office/powerpoint/2010/main" val="1874072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B7B82-3D97-0C8F-6728-656267FBF9B8}"/>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E1D81C52-AE45-C979-70FE-630BEA09015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43581A-FE48-5741-69B3-60A2BC7F3F4C}"/>
              </a:ext>
            </a:extLst>
          </p:cNvPr>
          <p:cNvSpPr>
            <a:spLocks noGrp="1"/>
          </p:cNvSpPr>
          <p:nvPr>
            <p:ph type="dt" sz="half" idx="10"/>
          </p:nvPr>
        </p:nvSpPr>
        <p:spPr/>
        <p:txBody>
          <a:bodyPr/>
          <a:lstStyle/>
          <a:p>
            <a:fld id="{F98614FF-883F-476F-B81D-D5C7F703CD62}" type="datetimeFigureOut">
              <a:rPr lang="en-IN" smtClean="0"/>
              <a:t>30-01-2026</a:t>
            </a:fld>
            <a:endParaRPr lang="en-IN"/>
          </a:p>
        </p:txBody>
      </p:sp>
      <p:sp>
        <p:nvSpPr>
          <p:cNvPr id="5" name="Footer Placeholder 4">
            <a:extLst>
              <a:ext uri="{FF2B5EF4-FFF2-40B4-BE49-F238E27FC236}">
                <a16:creationId xmlns:a16="http://schemas.microsoft.com/office/drawing/2014/main" id="{E646DF5F-6612-B676-D39C-BB796E9D34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5B6DE9-68EB-FE54-FA3A-C1A5AC5C0FA4}"/>
              </a:ext>
            </a:extLst>
          </p:cNvPr>
          <p:cNvSpPr>
            <a:spLocks noGrp="1"/>
          </p:cNvSpPr>
          <p:nvPr>
            <p:ph type="sldNum" sz="quarter" idx="12"/>
          </p:nvPr>
        </p:nvSpPr>
        <p:spPr/>
        <p:txBody>
          <a:bodyPr/>
          <a:lstStyle/>
          <a:p>
            <a:fld id="{31958867-1DDC-4412-8EC2-97F2AFA60749}" type="slidenum">
              <a:rPr lang="en-IN" smtClean="0"/>
              <a:t>‹#›</a:t>
            </a:fld>
            <a:endParaRPr lang="en-IN"/>
          </a:p>
        </p:txBody>
      </p:sp>
    </p:spTree>
    <p:extLst>
      <p:ext uri="{BB962C8B-B14F-4D97-AF65-F5344CB8AC3E}">
        <p14:creationId xmlns:p14="http://schemas.microsoft.com/office/powerpoint/2010/main" val="27600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B5FEF-2920-FE75-BD31-BE008DFBD8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E9927A-8F6B-A8EB-8EEB-9ABB0BE307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E15E68-0841-A5C6-7500-7ED01C9C7BB0}"/>
              </a:ext>
            </a:extLst>
          </p:cNvPr>
          <p:cNvSpPr>
            <a:spLocks noGrp="1"/>
          </p:cNvSpPr>
          <p:nvPr>
            <p:ph type="dt" sz="half" idx="10"/>
          </p:nvPr>
        </p:nvSpPr>
        <p:spPr/>
        <p:txBody>
          <a:bodyPr/>
          <a:lstStyle/>
          <a:p>
            <a:fld id="{F98614FF-883F-476F-B81D-D5C7F703CD62}" type="datetimeFigureOut">
              <a:rPr lang="en-IN" smtClean="0"/>
              <a:t>30-01-2026</a:t>
            </a:fld>
            <a:endParaRPr lang="en-IN"/>
          </a:p>
        </p:txBody>
      </p:sp>
      <p:sp>
        <p:nvSpPr>
          <p:cNvPr id="5" name="Footer Placeholder 4">
            <a:extLst>
              <a:ext uri="{FF2B5EF4-FFF2-40B4-BE49-F238E27FC236}">
                <a16:creationId xmlns:a16="http://schemas.microsoft.com/office/drawing/2014/main" id="{E0222766-C364-58A0-8656-47514317E0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160B9C-26F4-21FF-69EF-DE90753F2CBD}"/>
              </a:ext>
            </a:extLst>
          </p:cNvPr>
          <p:cNvSpPr>
            <a:spLocks noGrp="1"/>
          </p:cNvSpPr>
          <p:nvPr>
            <p:ph type="sldNum" sz="quarter" idx="12"/>
          </p:nvPr>
        </p:nvSpPr>
        <p:spPr/>
        <p:txBody>
          <a:bodyPr/>
          <a:lstStyle/>
          <a:p>
            <a:fld id="{31958867-1DDC-4412-8EC2-97F2AFA60749}" type="slidenum">
              <a:rPr lang="en-IN" smtClean="0"/>
              <a:t>‹#›</a:t>
            </a:fld>
            <a:endParaRPr lang="en-IN"/>
          </a:p>
        </p:txBody>
      </p:sp>
    </p:spTree>
    <p:extLst>
      <p:ext uri="{BB962C8B-B14F-4D97-AF65-F5344CB8AC3E}">
        <p14:creationId xmlns:p14="http://schemas.microsoft.com/office/powerpoint/2010/main" val="64594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54A35-FB5B-0287-FE44-4E269EF23AB0}"/>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C571117-1977-2F2D-2760-12A06014C6E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C4201F-FEC1-F97B-BB29-EB5BB795FD54}"/>
              </a:ext>
            </a:extLst>
          </p:cNvPr>
          <p:cNvSpPr>
            <a:spLocks noGrp="1"/>
          </p:cNvSpPr>
          <p:nvPr>
            <p:ph type="dt" sz="half" idx="10"/>
          </p:nvPr>
        </p:nvSpPr>
        <p:spPr/>
        <p:txBody>
          <a:bodyPr/>
          <a:lstStyle/>
          <a:p>
            <a:fld id="{F98614FF-883F-476F-B81D-D5C7F703CD62}" type="datetimeFigureOut">
              <a:rPr lang="en-IN" smtClean="0"/>
              <a:t>30-01-2026</a:t>
            </a:fld>
            <a:endParaRPr lang="en-IN"/>
          </a:p>
        </p:txBody>
      </p:sp>
      <p:sp>
        <p:nvSpPr>
          <p:cNvPr id="5" name="Footer Placeholder 4">
            <a:extLst>
              <a:ext uri="{FF2B5EF4-FFF2-40B4-BE49-F238E27FC236}">
                <a16:creationId xmlns:a16="http://schemas.microsoft.com/office/drawing/2014/main" id="{DFE43D5B-0D53-A1EC-D8B5-382F024D91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636106-296C-8722-337F-62D3CCF6DBE0}"/>
              </a:ext>
            </a:extLst>
          </p:cNvPr>
          <p:cNvSpPr>
            <a:spLocks noGrp="1"/>
          </p:cNvSpPr>
          <p:nvPr>
            <p:ph type="sldNum" sz="quarter" idx="12"/>
          </p:nvPr>
        </p:nvSpPr>
        <p:spPr/>
        <p:txBody>
          <a:bodyPr/>
          <a:lstStyle/>
          <a:p>
            <a:fld id="{31958867-1DDC-4412-8EC2-97F2AFA60749}" type="slidenum">
              <a:rPr lang="en-IN" smtClean="0"/>
              <a:t>‹#›</a:t>
            </a:fld>
            <a:endParaRPr lang="en-IN"/>
          </a:p>
        </p:txBody>
      </p:sp>
    </p:spTree>
    <p:extLst>
      <p:ext uri="{BB962C8B-B14F-4D97-AF65-F5344CB8AC3E}">
        <p14:creationId xmlns:p14="http://schemas.microsoft.com/office/powerpoint/2010/main" val="3788613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14D7F-F555-0EF3-BFF3-0107973492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4941C8-4292-D711-D1B2-1285AFE219DA}"/>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EEA8FCD-F6D6-88BB-AF9E-408AD478D869}"/>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A0F86F-D159-7B5E-30DE-C3513D33ADA7}"/>
              </a:ext>
            </a:extLst>
          </p:cNvPr>
          <p:cNvSpPr>
            <a:spLocks noGrp="1"/>
          </p:cNvSpPr>
          <p:nvPr>
            <p:ph type="dt" sz="half" idx="10"/>
          </p:nvPr>
        </p:nvSpPr>
        <p:spPr/>
        <p:txBody>
          <a:bodyPr/>
          <a:lstStyle/>
          <a:p>
            <a:fld id="{F98614FF-883F-476F-B81D-D5C7F703CD62}" type="datetimeFigureOut">
              <a:rPr lang="en-IN" smtClean="0"/>
              <a:t>30-01-2026</a:t>
            </a:fld>
            <a:endParaRPr lang="en-IN"/>
          </a:p>
        </p:txBody>
      </p:sp>
      <p:sp>
        <p:nvSpPr>
          <p:cNvPr id="6" name="Footer Placeholder 5">
            <a:extLst>
              <a:ext uri="{FF2B5EF4-FFF2-40B4-BE49-F238E27FC236}">
                <a16:creationId xmlns:a16="http://schemas.microsoft.com/office/drawing/2014/main" id="{F5880279-1344-C876-A337-92B02C17EC4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B1E953-AABA-A5B7-1072-43E88499F416}"/>
              </a:ext>
            </a:extLst>
          </p:cNvPr>
          <p:cNvSpPr>
            <a:spLocks noGrp="1"/>
          </p:cNvSpPr>
          <p:nvPr>
            <p:ph type="sldNum" sz="quarter" idx="12"/>
          </p:nvPr>
        </p:nvSpPr>
        <p:spPr/>
        <p:txBody>
          <a:bodyPr/>
          <a:lstStyle/>
          <a:p>
            <a:fld id="{31958867-1DDC-4412-8EC2-97F2AFA60749}" type="slidenum">
              <a:rPr lang="en-IN" smtClean="0"/>
              <a:t>‹#›</a:t>
            </a:fld>
            <a:endParaRPr lang="en-IN"/>
          </a:p>
        </p:txBody>
      </p:sp>
    </p:spTree>
    <p:extLst>
      <p:ext uri="{BB962C8B-B14F-4D97-AF65-F5344CB8AC3E}">
        <p14:creationId xmlns:p14="http://schemas.microsoft.com/office/powerpoint/2010/main" val="2451805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0665D-412B-4CE5-4926-FC1017F7DB04}"/>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95A980-C709-7CDB-6643-AA7D4F51EB5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AFA05704-E141-3AAE-4E84-6544629E4830}"/>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B5B3C96-8196-6218-EA9F-9A26146B9F4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75FBA-9B40-9432-511B-EDA893378D8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010165-B4CD-8058-5A7D-C1E2473782F1}"/>
              </a:ext>
            </a:extLst>
          </p:cNvPr>
          <p:cNvSpPr>
            <a:spLocks noGrp="1"/>
          </p:cNvSpPr>
          <p:nvPr>
            <p:ph type="dt" sz="half" idx="10"/>
          </p:nvPr>
        </p:nvSpPr>
        <p:spPr/>
        <p:txBody>
          <a:bodyPr/>
          <a:lstStyle/>
          <a:p>
            <a:fld id="{F98614FF-883F-476F-B81D-D5C7F703CD62}" type="datetimeFigureOut">
              <a:rPr lang="en-IN" smtClean="0"/>
              <a:t>30-01-2026</a:t>
            </a:fld>
            <a:endParaRPr lang="en-IN"/>
          </a:p>
        </p:txBody>
      </p:sp>
      <p:sp>
        <p:nvSpPr>
          <p:cNvPr id="8" name="Footer Placeholder 7">
            <a:extLst>
              <a:ext uri="{FF2B5EF4-FFF2-40B4-BE49-F238E27FC236}">
                <a16:creationId xmlns:a16="http://schemas.microsoft.com/office/drawing/2014/main" id="{094881CC-CF60-CE0E-BC06-103341D0EF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39D50F4-5BA4-ADA4-38C4-C93F62BB3641}"/>
              </a:ext>
            </a:extLst>
          </p:cNvPr>
          <p:cNvSpPr>
            <a:spLocks noGrp="1"/>
          </p:cNvSpPr>
          <p:nvPr>
            <p:ph type="sldNum" sz="quarter" idx="12"/>
          </p:nvPr>
        </p:nvSpPr>
        <p:spPr/>
        <p:txBody>
          <a:bodyPr/>
          <a:lstStyle/>
          <a:p>
            <a:fld id="{31958867-1DDC-4412-8EC2-97F2AFA60749}" type="slidenum">
              <a:rPr lang="en-IN" smtClean="0"/>
              <a:t>‹#›</a:t>
            </a:fld>
            <a:endParaRPr lang="en-IN"/>
          </a:p>
        </p:txBody>
      </p:sp>
    </p:spTree>
    <p:extLst>
      <p:ext uri="{BB962C8B-B14F-4D97-AF65-F5344CB8AC3E}">
        <p14:creationId xmlns:p14="http://schemas.microsoft.com/office/powerpoint/2010/main" val="1288403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42AEF-51A7-C445-1BC8-29A1808927C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2A38503-7B97-AB1D-9277-FED58B7A8603}"/>
              </a:ext>
            </a:extLst>
          </p:cNvPr>
          <p:cNvSpPr>
            <a:spLocks noGrp="1"/>
          </p:cNvSpPr>
          <p:nvPr>
            <p:ph type="dt" sz="half" idx="10"/>
          </p:nvPr>
        </p:nvSpPr>
        <p:spPr/>
        <p:txBody>
          <a:bodyPr/>
          <a:lstStyle/>
          <a:p>
            <a:fld id="{F98614FF-883F-476F-B81D-D5C7F703CD62}" type="datetimeFigureOut">
              <a:rPr lang="en-IN" smtClean="0"/>
              <a:t>30-01-2026</a:t>
            </a:fld>
            <a:endParaRPr lang="en-IN"/>
          </a:p>
        </p:txBody>
      </p:sp>
      <p:sp>
        <p:nvSpPr>
          <p:cNvPr id="4" name="Footer Placeholder 3">
            <a:extLst>
              <a:ext uri="{FF2B5EF4-FFF2-40B4-BE49-F238E27FC236}">
                <a16:creationId xmlns:a16="http://schemas.microsoft.com/office/drawing/2014/main" id="{ABCA72C5-50F3-0E5A-92BA-F6929222BF0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9A6606B-2FEB-4AE3-6B45-87F8DAF04F62}"/>
              </a:ext>
            </a:extLst>
          </p:cNvPr>
          <p:cNvSpPr>
            <a:spLocks noGrp="1"/>
          </p:cNvSpPr>
          <p:nvPr>
            <p:ph type="sldNum" sz="quarter" idx="12"/>
          </p:nvPr>
        </p:nvSpPr>
        <p:spPr/>
        <p:txBody>
          <a:bodyPr/>
          <a:lstStyle/>
          <a:p>
            <a:fld id="{31958867-1DDC-4412-8EC2-97F2AFA60749}" type="slidenum">
              <a:rPr lang="en-IN" smtClean="0"/>
              <a:t>‹#›</a:t>
            </a:fld>
            <a:endParaRPr lang="en-IN"/>
          </a:p>
        </p:txBody>
      </p:sp>
    </p:spTree>
    <p:extLst>
      <p:ext uri="{BB962C8B-B14F-4D97-AF65-F5344CB8AC3E}">
        <p14:creationId xmlns:p14="http://schemas.microsoft.com/office/powerpoint/2010/main" val="832743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1B50D2-8061-F6BB-5CC8-F792800BC163}"/>
              </a:ext>
            </a:extLst>
          </p:cNvPr>
          <p:cNvSpPr>
            <a:spLocks noGrp="1"/>
          </p:cNvSpPr>
          <p:nvPr>
            <p:ph type="dt" sz="half" idx="10"/>
          </p:nvPr>
        </p:nvSpPr>
        <p:spPr/>
        <p:txBody>
          <a:bodyPr/>
          <a:lstStyle/>
          <a:p>
            <a:fld id="{F98614FF-883F-476F-B81D-D5C7F703CD62}" type="datetimeFigureOut">
              <a:rPr lang="en-IN" smtClean="0"/>
              <a:t>30-01-2026</a:t>
            </a:fld>
            <a:endParaRPr lang="en-IN"/>
          </a:p>
        </p:txBody>
      </p:sp>
      <p:sp>
        <p:nvSpPr>
          <p:cNvPr id="3" name="Footer Placeholder 2">
            <a:extLst>
              <a:ext uri="{FF2B5EF4-FFF2-40B4-BE49-F238E27FC236}">
                <a16:creationId xmlns:a16="http://schemas.microsoft.com/office/drawing/2014/main" id="{E0C9F812-A2AF-44B2-F2D3-A6170847EC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86D4E4E-13D8-B273-0114-91458C92D180}"/>
              </a:ext>
            </a:extLst>
          </p:cNvPr>
          <p:cNvSpPr>
            <a:spLocks noGrp="1"/>
          </p:cNvSpPr>
          <p:nvPr>
            <p:ph type="sldNum" sz="quarter" idx="12"/>
          </p:nvPr>
        </p:nvSpPr>
        <p:spPr/>
        <p:txBody>
          <a:bodyPr/>
          <a:lstStyle/>
          <a:p>
            <a:fld id="{31958867-1DDC-4412-8EC2-97F2AFA60749}" type="slidenum">
              <a:rPr lang="en-IN" smtClean="0"/>
              <a:t>‹#›</a:t>
            </a:fld>
            <a:endParaRPr lang="en-IN"/>
          </a:p>
        </p:txBody>
      </p:sp>
    </p:spTree>
    <p:extLst>
      <p:ext uri="{BB962C8B-B14F-4D97-AF65-F5344CB8AC3E}">
        <p14:creationId xmlns:p14="http://schemas.microsoft.com/office/powerpoint/2010/main" val="3316305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6A986-F86F-EB53-F991-566018E3297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510ECD-01AB-05C2-7C42-131238D96DA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42D868D-92C5-42A2-80E3-B6A2CA2F065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CE506B7-B7C9-689F-A231-4EB33AFD094E}"/>
              </a:ext>
            </a:extLst>
          </p:cNvPr>
          <p:cNvSpPr>
            <a:spLocks noGrp="1"/>
          </p:cNvSpPr>
          <p:nvPr>
            <p:ph type="dt" sz="half" idx="10"/>
          </p:nvPr>
        </p:nvSpPr>
        <p:spPr/>
        <p:txBody>
          <a:bodyPr/>
          <a:lstStyle/>
          <a:p>
            <a:fld id="{F98614FF-883F-476F-B81D-D5C7F703CD62}" type="datetimeFigureOut">
              <a:rPr lang="en-IN" smtClean="0"/>
              <a:t>30-01-2026</a:t>
            </a:fld>
            <a:endParaRPr lang="en-IN"/>
          </a:p>
        </p:txBody>
      </p:sp>
      <p:sp>
        <p:nvSpPr>
          <p:cNvPr id="6" name="Footer Placeholder 5">
            <a:extLst>
              <a:ext uri="{FF2B5EF4-FFF2-40B4-BE49-F238E27FC236}">
                <a16:creationId xmlns:a16="http://schemas.microsoft.com/office/drawing/2014/main" id="{1F53BB81-50EC-0937-3BA5-5FD23CF514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A9DD15-7D78-A61E-43A2-2004D6E32B33}"/>
              </a:ext>
            </a:extLst>
          </p:cNvPr>
          <p:cNvSpPr>
            <a:spLocks noGrp="1"/>
          </p:cNvSpPr>
          <p:nvPr>
            <p:ph type="sldNum" sz="quarter" idx="12"/>
          </p:nvPr>
        </p:nvSpPr>
        <p:spPr/>
        <p:txBody>
          <a:bodyPr/>
          <a:lstStyle/>
          <a:p>
            <a:fld id="{31958867-1DDC-4412-8EC2-97F2AFA60749}" type="slidenum">
              <a:rPr lang="en-IN" smtClean="0"/>
              <a:t>‹#›</a:t>
            </a:fld>
            <a:endParaRPr lang="en-IN"/>
          </a:p>
        </p:txBody>
      </p:sp>
    </p:spTree>
    <p:extLst>
      <p:ext uri="{BB962C8B-B14F-4D97-AF65-F5344CB8AC3E}">
        <p14:creationId xmlns:p14="http://schemas.microsoft.com/office/powerpoint/2010/main" val="1447508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3D91B-546D-662B-EC3B-F9153AF9D56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4A7E379-D591-232C-51D8-B0BD5C9B0A04}"/>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312FE267-7F02-2F94-CE52-F95E90740F8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00091C5-D54D-B35C-671E-78EB83EE50C6}"/>
              </a:ext>
            </a:extLst>
          </p:cNvPr>
          <p:cNvSpPr>
            <a:spLocks noGrp="1"/>
          </p:cNvSpPr>
          <p:nvPr>
            <p:ph type="dt" sz="half" idx="10"/>
          </p:nvPr>
        </p:nvSpPr>
        <p:spPr/>
        <p:txBody>
          <a:bodyPr/>
          <a:lstStyle/>
          <a:p>
            <a:fld id="{F98614FF-883F-476F-B81D-D5C7F703CD62}" type="datetimeFigureOut">
              <a:rPr lang="en-IN" smtClean="0"/>
              <a:t>30-01-2026</a:t>
            </a:fld>
            <a:endParaRPr lang="en-IN"/>
          </a:p>
        </p:txBody>
      </p:sp>
      <p:sp>
        <p:nvSpPr>
          <p:cNvPr id="6" name="Footer Placeholder 5">
            <a:extLst>
              <a:ext uri="{FF2B5EF4-FFF2-40B4-BE49-F238E27FC236}">
                <a16:creationId xmlns:a16="http://schemas.microsoft.com/office/drawing/2014/main" id="{48012375-C527-7E0F-4970-2DF9BAA9EF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C641D6-F781-E90A-BE22-33AEADE73ACE}"/>
              </a:ext>
            </a:extLst>
          </p:cNvPr>
          <p:cNvSpPr>
            <a:spLocks noGrp="1"/>
          </p:cNvSpPr>
          <p:nvPr>
            <p:ph type="sldNum" sz="quarter" idx="12"/>
          </p:nvPr>
        </p:nvSpPr>
        <p:spPr/>
        <p:txBody>
          <a:bodyPr/>
          <a:lstStyle/>
          <a:p>
            <a:fld id="{31958867-1DDC-4412-8EC2-97F2AFA60749}" type="slidenum">
              <a:rPr lang="en-IN" smtClean="0"/>
              <a:t>‹#›</a:t>
            </a:fld>
            <a:endParaRPr lang="en-IN"/>
          </a:p>
        </p:txBody>
      </p:sp>
    </p:spTree>
    <p:extLst>
      <p:ext uri="{BB962C8B-B14F-4D97-AF65-F5344CB8AC3E}">
        <p14:creationId xmlns:p14="http://schemas.microsoft.com/office/powerpoint/2010/main" val="718206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049C4-8CA9-3495-6F8F-E7844B72361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42428-918B-4C18-CD97-32F6C7DEE5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62CA6D-5146-7CC8-09C8-5045056F3529}"/>
              </a:ext>
            </a:extLst>
          </p:cNvPr>
          <p:cNvSpPr>
            <a:spLocks noGrp="1"/>
          </p:cNvSpPr>
          <p:nvPr>
            <p:ph type="dt" sz="half" idx="10"/>
          </p:nvPr>
        </p:nvSpPr>
        <p:spPr/>
        <p:txBody>
          <a:bodyPr/>
          <a:lstStyle/>
          <a:p>
            <a:fld id="{F98614FF-883F-476F-B81D-D5C7F703CD62}" type="datetimeFigureOut">
              <a:rPr lang="en-IN" smtClean="0"/>
              <a:t>30-01-2026</a:t>
            </a:fld>
            <a:endParaRPr lang="en-IN"/>
          </a:p>
        </p:txBody>
      </p:sp>
      <p:sp>
        <p:nvSpPr>
          <p:cNvPr id="5" name="Footer Placeholder 4">
            <a:extLst>
              <a:ext uri="{FF2B5EF4-FFF2-40B4-BE49-F238E27FC236}">
                <a16:creationId xmlns:a16="http://schemas.microsoft.com/office/drawing/2014/main" id="{C9EF218A-2267-155E-B354-CFCDF34509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2E5293-CA8F-C2FF-660B-AE8F54713686}"/>
              </a:ext>
            </a:extLst>
          </p:cNvPr>
          <p:cNvSpPr>
            <a:spLocks noGrp="1"/>
          </p:cNvSpPr>
          <p:nvPr>
            <p:ph type="sldNum" sz="quarter" idx="12"/>
          </p:nvPr>
        </p:nvSpPr>
        <p:spPr/>
        <p:txBody>
          <a:bodyPr/>
          <a:lstStyle/>
          <a:p>
            <a:fld id="{31958867-1DDC-4412-8EC2-97F2AFA60749}" type="slidenum">
              <a:rPr lang="en-IN" smtClean="0"/>
              <a:t>‹#›</a:t>
            </a:fld>
            <a:endParaRPr lang="en-IN"/>
          </a:p>
        </p:txBody>
      </p:sp>
    </p:spTree>
    <p:extLst>
      <p:ext uri="{BB962C8B-B14F-4D97-AF65-F5344CB8AC3E}">
        <p14:creationId xmlns:p14="http://schemas.microsoft.com/office/powerpoint/2010/main" val="3315786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C75800-2C66-36C6-8DF2-95820B1F01D2}"/>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6E60B3-DDBC-7E6E-AFDF-C1785740E87D}"/>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073286-2F2B-8D9C-F517-8F5FC26BC0E4}"/>
              </a:ext>
            </a:extLst>
          </p:cNvPr>
          <p:cNvSpPr>
            <a:spLocks noGrp="1"/>
          </p:cNvSpPr>
          <p:nvPr>
            <p:ph type="dt" sz="half" idx="10"/>
          </p:nvPr>
        </p:nvSpPr>
        <p:spPr/>
        <p:txBody>
          <a:bodyPr/>
          <a:lstStyle/>
          <a:p>
            <a:fld id="{F98614FF-883F-476F-B81D-D5C7F703CD62}" type="datetimeFigureOut">
              <a:rPr lang="en-IN" smtClean="0"/>
              <a:t>30-01-2026</a:t>
            </a:fld>
            <a:endParaRPr lang="en-IN"/>
          </a:p>
        </p:txBody>
      </p:sp>
      <p:sp>
        <p:nvSpPr>
          <p:cNvPr id="5" name="Footer Placeholder 4">
            <a:extLst>
              <a:ext uri="{FF2B5EF4-FFF2-40B4-BE49-F238E27FC236}">
                <a16:creationId xmlns:a16="http://schemas.microsoft.com/office/drawing/2014/main" id="{8141DF3E-AD03-ADE8-7118-AA1D9A22DA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CF27F5-B8AD-A5B5-D690-00DEBF8485D1}"/>
              </a:ext>
            </a:extLst>
          </p:cNvPr>
          <p:cNvSpPr>
            <a:spLocks noGrp="1"/>
          </p:cNvSpPr>
          <p:nvPr>
            <p:ph type="sldNum" sz="quarter" idx="12"/>
          </p:nvPr>
        </p:nvSpPr>
        <p:spPr/>
        <p:txBody>
          <a:bodyPr/>
          <a:lstStyle/>
          <a:p>
            <a:fld id="{31958867-1DDC-4412-8EC2-97F2AFA60749}" type="slidenum">
              <a:rPr lang="en-IN" smtClean="0"/>
              <a:t>‹#›</a:t>
            </a:fld>
            <a:endParaRPr lang="en-IN"/>
          </a:p>
        </p:txBody>
      </p:sp>
    </p:spTree>
    <p:extLst>
      <p:ext uri="{BB962C8B-B14F-4D97-AF65-F5344CB8AC3E}">
        <p14:creationId xmlns:p14="http://schemas.microsoft.com/office/powerpoint/2010/main" val="3480993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9412E8-C2B2-07D3-4DE2-A518BE27968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CBBB72-3F9E-4945-41FE-51441C19E3D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C31827-7F9A-52F3-9647-1DC3B822E68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98614FF-883F-476F-B81D-D5C7F703CD62}" type="datetimeFigureOut">
              <a:rPr lang="en-IN" smtClean="0"/>
              <a:t>30-01-2026</a:t>
            </a:fld>
            <a:endParaRPr lang="en-IN"/>
          </a:p>
        </p:txBody>
      </p:sp>
      <p:sp>
        <p:nvSpPr>
          <p:cNvPr id="5" name="Footer Placeholder 4">
            <a:extLst>
              <a:ext uri="{FF2B5EF4-FFF2-40B4-BE49-F238E27FC236}">
                <a16:creationId xmlns:a16="http://schemas.microsoft.com/office/drawing/2014/main" id="{C85B78BF-25EE-99F8-3835-7A02DE7C05E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C529579-5855-3BE5-8017-E4CCCF062FBA}"/>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1958867-1DDC-4412-8EC2-97F2AFA60749}" type="slidenum">
              <a:rPr lang="en-IN" smtClean="0"/>
              <a:t>‹#›</a:t>
            </a:fld>
            <a:endParaRPr lang="en-IN"/>
          </a:p>
        </p:txBody>
      </p:sp>
    </p:spTree>
    <p:extLst>
      <p:ext uri="{BB962C8B-B14F-4D97-AF65-F5344CB8AC3E}">
        <p14:creationId xmlns:p14="http://schemas.microsoft.com/office/powerpoint/2010/main" val="760562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6" Type="http://schemas.openxmlformats.org/officeDocument/2006/relationships/image" Target="../media/image15.png"/><Relationship Id="rId21" Type="http://schemas.openxmlformats.org/officeDocument/2006/relationships/customXml" Target="../ink/ink10.xml"/><Relationship Id="rId42" Type="http://schemas.openxmlformats.org/officeDocument/2006/relationships/customXml" Target="../ink/ink22.xml"/><Relationship Id="rId47" Type="http://schemas.openxmlformats.org/officeDocument/2006/relationships/image" Target="../media/image24.png"/><Relationship Id="rId63" Type="http://schemas.openxmlformats.org/officeDocument/2006/relationships/customXml" Target="../ink/ink32.xml"/><Relationship Id="rId68" Type="http://schemas.openxmlformats.org/officeDocument/2006/relationships/image" Target="../media/image35.png"/><Relationship Id="rId16" Type="http://schemas.openxmlformats.org/officeDocument/2006/relationships/image" Target="../media/image10.png"/><Relationship Id="rId11" Type="http://schemas.openxmlformats.org/officeDocument/2006/relationships/customXml" Target="../ink/ink5.xml"/><Relationship Id="rId32" Type="http://schemas.openxmlformats.org/officeDocument/2006/relationships/image" Target="../media/image17.png"/><Relationship Id="rId37" Type="http://schemas.openxmlformats.org/officeDocument/2006/relationships/image" Target="../media/image19.png"/><Relationship Id="rId53" Type="http://schemas.openxmlformats.org/officeDocument/2006/relationships/image" Target="../media/image27.png"/><Relationship Id="rId58" Type="http://schemas.openxmlformats.org/officeDocument/2006/relationships/customXml" Target="../ink/ink30.xml"/><Relationship Id="rId74" Type="http://schemas.openxmlformats.org/officeDocument/2006/relationships/image" Target="../media/image38.png"/><Relationship Id="rId79" Type="http://schemas.openxmlformats.org/officeDocument/2006/relationships/customXml" Target="../ink/ink40.xml"/><Relationship Id="rId5" Type="http://schemas.openxmlformats.org/officeDocument/2006/relationships/customXml" Target="../ink/ink2.xml"/><Relationship Id="rId61" Type="http://schemas.openxmlformats.org/officeDocument/2006/relationships/image" Target="../media/image31.png"/><Relationship Id="rId82" Type="http://schemas.openxmlformats.org/officeDocument/2006/relationships/image" Target="../media/image42.png"/><Relationship Id="rId19" Type="http://schemas.openxmlformats.org/officeDocument/2006/relationships/customXml" Target="../ink/ink9.xml"/><Relationship Id="rId14" Type="http://schemas.openxmlformats.org/officeDocument/2006/relationships/image" Target="../media/image9.png"/><Relationship Id="rId22" Type="http://schemas.openxmlformats.org/officeDocument/2006/relationships/image" Target="../media/image13.png"/><Relationship Id="rId27" Type="http://schemas.openxmlformats.org/officeDocument/2006/relationships/customXml" Target="../ink/ink13.xml"/><Relationship Id="rId30" Type="http://schemas.openxmlformats.org/officeDocument/2006/relationships/image" Target="../media/image16.png"/><Relationship Id="rId35" Type="http://schemas.openxmlformats.org/officeDocument/2006/relationships/customXml" Target="../ink/ink18.xml"/><Relationship Id="rId43" Type="http://schemas.openxmlformats.org/officeDocument/2006/relationships/image" Target="../media/image22.png"/><Relationship Id="rId48" Type="http://schemas.openxmlformats.org/officeDocument/2006/relationships/customXml" Target="../ink/ink25.xml"/><Relationship Id="rId56" Type="http://schemas.openxmlformats.org/officeDocument/2006/relationships/customXml" Target="../ink/ink29.xml"/><Relationship Id="rId64" Type="http://schemas.openxmlformats.org/officeDocument/2006/relationships/image" Target="../media/image33.png"/><Relationship Id="rId69" Type="http://schemas.openxmlformats.org/officeDocument/2006/relationships/customXml" Target="../ink/ink35.xml"/><Relationship Id="rId77" Type="http://schemas.openxmlformats.org/officeDocument/2006/relationships/customXml" Target="../ink/ink39.xml"/><Relationship Id="rId8" Type="http://schemas.openxmlformats.org/officeDocument/2006/relationships/image" Target="../media/image8.png"/><Relationship Id="rId51" Type="http://schemas.openxmlformats.org/officeDocument/2006/relationships/image" Target="../media/image26.png"/><Relationship Id="rId72" Type="http://schemas.openxmlformats.org/officeDocument/2006/relationships/image" Target="../media/image37.png"/><Relationship Id="rId80" Type="http://schemas.openxmlformats.org/officeDocument/2006/relationships/image" Target="../media/image41.png"/><Relationship Id="rId12" Type="http://schemas.openxmlformats.org/officeDocument/2006/relationships/image" Target="../media/image5.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7.xml"/><Relationship Id="rId38" Type="http://schemas.openxmlformats.org/officeDocument/2006/relationships/customXml" Target="../ink/ink20.xml"/><Relationship Id="rId46" Type="http://schemas.openxmlformats.org/officeDocument/2006/relationships/customXml" Target="../ink/ink24.xml"/><Relationship Id="rId59" Type="http://schemas.openxmlformats.org/officeDocument/2006/relationships/image" Target="../media/image30.png"/><Relationship Id="rId67" Type="http://schemas.openxmlformats.org/officeDocument/2006/relationships/customXml" Target="../ink/ink34.xml"/><Relationship Id="rId20" Type="http://schemas.openxmlformats.org/officeDocument/2006/relationships/image" Target="../media/image12.png"/><Relationship Id="rId41" Type="http://schemas.openxmlformats.org/officeDocument/2006/relationships/image" Target="../media/image21.png"/><Relationship Id="rId54" Type="http://schemas.openxmlformats.org/officeDocument/2006/relationships/customXml" Target="../ink/ink28.xml"/><Relationship Id="rId62" Type="http://schemas.openxmlformats.org/officeDocument/2006/relationships/image" Target="../media/image32.png"/><Relationship Id="rId70" Type="http://schemas.openxmlformats.org/officeDocument/2006/relationships/image" Target="../media/image36.png"/><Relationship Id="rId75" Type="http://schemas.openxmlformats.org/officeDocument/2006/relationships/customXml" Target="../ink/ink38.xml"/><Relationship Id="rId1" Type="http://schemas.openxmlformats.org/officeDocument/2006/relationships/slideLayout" Target="../slideLayouts/slideLayout2.xml"/><Relationship Id="rId6" Type="http://schemas.openxmlformats.org/officeDocument/2006/relationships/image" Target="../media/image7.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customXml" Target="../ink/ink14.xml"/><Relationship Id="rId36" Type="http://schemas.openxmlformats.org/officeDocument/2006/relationships/customXml" Target="../ink/ink19.xml"/><Relationship Id="rId49" Type="http://schemas.openxmlformats.org/officeDocument/2006/relationships/image" Target="../media/image25.png"/><Relationship Id="rId57" Type="http://schemas.openxmlformats.org/officeDocument/2006/relationships/image" Target="../media/image29.png"/><Relationship Id="rId10" Type="http://schemas.openxmlformats.org/officeDocument/2006/relationships/image" Target="../media/image4.png"/><Relationship Id="rId31" Type="http://schemas.openxmlformats.org/officeDocument/2006/relationships/customXml" Target="../ink/ink16.xml"/><Relationship Id="rId44" Type="http://schemas.openxmlformats.org/officeDocument/2006/relationships/customXml" Target="../ink/ink23.xml"/><Relationship Id="rId52" Type="http://schemas.openxmlformats.org/officeDocument/2006/relationships/customXml" Target="../ink/ink27.xml"/><Relationship Id="rId60" Type="http://schemas.openxmlformats.org/officeDocument/2006/relationships/customXml" Target="../ink/ink31.xml"/><Relationship Id="rId65" Type="http://schemas.openxmlformats.org/officeDocument/2006/relationships/customXml" Target="../ink/ink33.xml"/><Relationship Id="rId73" Type="http://schemas.openxmlformats.org/officeDocument/2006/relationships/customXml" Target="../ink/ink37.xml"/><Relationship Id="rId78" Type="http://schemas.openxmlformats.org/officeDocument/2006/relationships/image" Target="../media/image40.png"/><Relationship Id="rId81" Type="http://schemas.openxmlformats.org/officeDocument/2006/relationships/customXml" Target="../ink/ink41.xml"/><Relationship Id="rId4" Type="http://schemas.openxmlformats.org/officeDocument/2006/relationships/image" Target="../media/image6.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11.png"/><Relationship Id="rId39" Type="http://schemas.openxmlformats.org/officeDocument/2006/relationships/image" Target="../media/image20.png"/><Relationship Id="rId34" Type="http://schemas.openxmlformats.org/officeDocument/2006/relationships/image" Target="../media/image18.png"/><Relationship Id="rId50" Type="http://schemas.openxmlformats.org/officeDocument/2006/relationships/customXml" Target="../ink/ink26.xml"/><Relationship Id="rId55" Type="http://schemas.openxmlformats.org/officeDocument/2006/relationships/image" Target="../media/image28.png"/><Relationship Id="rId76" Type="http://schemas.openxmlformats.org/officeDocument/2006/relationships/image" Target="../media/image39.png"/><Relationship Id="rId7" Type="http://schemas.openxmlformats.org/officeDocument/2006/relationships/customXml" Target="../ink/ink3.xml"/><Relationship Id="rId71" Type="http://schemas.openxmlformats.org/officeDocument/2006/relationships/customXml" Target="../ink/ink36.xml"/><Relationship Id="rId2" Type="http://schemas.openxmlformats.org/officeDocument/2006/relationships/customXml" Target="../ink/ink1.xml"/><Relationship Id="rId29" Type="http://schemas.openxmlformats.org/officeDocument/2006/relationships/customXml" Target="../ink/ink15.xml"/><Relationship Id="rId24" Type="http://schemas.openxmlformats.org/officeDocument/2006/relationships/image" Target="../media/image14.png"/><Relationship Id="rId40" Type="http://schemas.openxmlformats.org/officeDocument/2006/relationships/customXml" Target="../ink/ink21.xml"/><Relationship Id="rId45" Type="http://schemas.openxmlformats.org/officeDocument/2006/relationships/image" Target="../media/image23.png"/><Relationship Id="rId66" Type="http://schemas.openxmlformats.org/officeDocument/2006/relationships/image" Target="../media/image3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3F7C7-6A74-AB5B-8099-8E05F2195942}"/>
              </a:ext>
            </a:extLst>
          </p:cNvPr>
          <p:cNvSpPr>
            <a:spLocks noGrp="1"/>
          </p:cNvSpPr>
          <p:nvPr>
            <p:ph type="ctrTitle"/>
          </p:nvPr>
        </p:nvSpPr>
        <p:spPr>
          <a:xfrm>
            <a:off x="206829" y="-171719"/>
            <a:ext cx="8605157" cy="1390919"/>
          </a:xfrm>
        </p:spPr>
        <p:txBody>
          <a:bodyPr>
            <a:noAutofit/>
          </a:bodyPr>
          <a:lstStyle/>
          <a:p>
            <a:pPr>
              <a:lnSpc>
                <a:spcPct val="100000"/>
              </a:lnSpc>
            </a:pPr>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Title: </a:t>
            </a:r>
            <a:r>
              <a:rPr lang="en-US" sz="2800" b="1" dirty="0">
                <a:latin typeface="Times New Roman" panose="02020603050405020304" pitchFamily="18" charset="0"/>
                <a:cs typeface="Times New Roman" panose="02020603050405020304" pitchFamily="18" charset="0"/>
              </a:rPr>
              <a:t>Resolve360 – Civic Issue Management System for Municipal &amp; Electricity Services</a:t>
            </a:r>
            <a:endParaRPr lang="en-IN"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0177E3A-69B5-5D0E-91D3-C5DE9FAF57AC}"/>
              </a:ext>
            </a:extLst>
          </p:cNvPr>
          <p:cNvSpPr>
            <a:spLocks noGrp="1"/>
          </p:cNvSpPr>
          <p:nvPr>
            <p:ph type="subTitle" idx="1"/>
          </p:nvPr>
        </p:nvSpPr>
        <p:spPr>
          <a:xfrm>
            <a:off x="4091940" y="3731676"/>
            <a:ext cx="4769031" cy="1907123"/>
          </a:xfrm>
        </p:spPr>
        <p:txBody>
          <a:bodyPr>
            <a:normAutofit fontScale="85000" lnSpcReduction="10000"/>
          </a:bodyPr>
          <a:lstStyle/>
          <a:p>
            <a:pPr>
              <a:lnSpc>
                <a:spcPct val="100000"/>
              </a:lnSpc>
              <a:spcBef>
                <a:spcPts val="0"/>
              </a:spcBef>
            </a:pPr>
            <a:r>
              <a:rPr lang="en-IN" sz="2200" b="1" dirty="0">
                <a:latin typeface="Times New Roman" panose="02020603050405020304" pitchFamily="18" charset="0"/>
                <a:cs typeface="Times New Roman" panose="02020603050405020304" pitchFamily="18" charset="0"/>
              </a:rPr>
              <a:t>Presented By</a:t>
            </a:r>
          </a:p>
          <a:p>
            <a:pPr algn="l">
              <a:lnSpc>
                <a:spcPct val="100000"/>
              </a:lnSpc>
              <a:spcBef>
                <a:spcPts val="0"/>
              </a:spcBef>
            </a:pPr>
            <a:r>
              <a:rPr lang="en-IN" sz="2400" dirty="0">
                <a:latin typeface="Times New Roman" panose="02020603050405020304" pitchFamily="18" charset="0"/>
                <a:cs typeface="Times New Roman" panose="02020603050405020304" pitchFamily="18" charset="0"/>
              </a:rPr>
              <a:t>T. Venkata Koteswara Rao – 23BQ1A12D2</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Sk. Mouyin Imran – 23BQ1A12B6</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R. Vidya Shankar – 23BQ1A12A7</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V. Dileep – 23BQ1A12E2</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K. Anook Babu – 24BQ5A1222</a:t>
            </a:r>
            <a:endParaRPr lang="en-IN" sz="2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5303C75-195B-12E0-413C-B5A1B2B501BE}"/>
              </a:ext>
            </a:extLst>
          </p:cNvPr>
          <p:cNvSpPr txBox="1"/>
          <p:nvPr/>
        </p:nvSpPr>
        <p:spPr>
          <a:xfrm>
            <a:off x="1548120" y="5579608"/>
            <a:ext cx="6414320" cy="1200329"/>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Department of Information Technology</a:t>
            </a:r>
          </a:p>
          <a:p>
            <a:pPr algn="ctr"/>
            <a:r>
              <a:rPr lang="en-IN" sz="2400" b="1" dirty="0">
                <a:latin typeface="Times New Roman" panose="02020603050405020304" pitchFamily="18" charset="0"/>
                <a:cs typeface="Times New Roman" panose="02020603050405020304" pitchFamily="18" charset="0"/>
              </a:rPr>
              <a:t>Vasireddy Venkatadri Institute of Technology</a:t>
            </a:r>
          </a:p>
          <a:p>
            <a:pPr algn="ctr"/>
            <a:r>
              <a:rPr lang="en-IN" sz="2400" b="1" dirty="0" err="1">
                <a:latin typeface="Times New Roman" panose="02020603050405020304" pitchFamily="18" charset="0"/>
                <a:cs typeface="Times New Roman" panose="02020603050405020304" pitchFamily="18" charset="0"/>
              </a:rPr>
              <a:t>Peddakakani</a:t>
            </a:r>
            <a:r>
              <a:rPr lang="en-IN" sz="2400" b="1" dirty="0">
                <a:latin typeface="Times New Roman" panose="02020603050405020304" pitchFamily="18" charset="0"/>
                <a:cs typeface="Times New Roman" panose="02020603050405020304" pitchFamily="18" charset="0"/>
              </a:rPr>
              <a:t> Mandal, </a:t>
            </a:r>
            <a:r>
              <a:rPr lang="en-IN" sz="2400" b="1" dirty="0" err="1">
                <a:latin typeface="Times New Roman" panose="02020603050405020304" pitchFamily="18" charset="0"/>
                <a:cs typeface="Times New Roman" panose="02020603050405020304" pitchFamily="18" charset="0"/>
              </a:rPr>
              <a:t>Nambur</a:t>
            </a:r>
            <a:r>
              <a:rPr lang="en-IN" sz="2400" b="1" dirty="0">
                <a:latin typeface="Times New Roman" panose="02020603050405020304" pitchFamily="18" charset="0"/>
                <a:cs typeface="Times New Roman" panose="02020603050405020304" pitchFamily="18" charset="0"/>
              </a:rPr>
              <a:t>, Guntur-522508</a:t>
            </a:r>
          </a:p>
        </p:txBody>
      </p:sp>
      <p:pic>
        <p:nvPicPr>
          <p:cNvPr id="1026" name="Picture 2">
            <a:extLst>
              <a:ext uri="{FF2B5EF4-FFF2-40B4-BE49-F238E27FC236}">
                <a16:creationId xmlns:a16="http://schemas.microsoft.com/office/drawing/2014/main" id="{6FC8150C-DAB6-2BB0-F059-6EDD37ED40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7292" y="1078282"/>
            <a:ext cx="1869415" cy="1304243"/>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5B7D8486-C064-DD64-27F5-4160B3777AFD}"/>
              </a:ext>
            </a:extLst>
          </p:cNvPr>
          <p:cNvSpPr txBox="1">
            <a:spLocks/>
          </p:cNvSpPr>
          <p:nvPr/>
        </p:nvSpPr>
        <p:spPr>
          <a:xfrm>
            <a:off x="1524000" y="2530167"/>
            <a:ext cx="6074229" cy="1304244"/>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nSpc>
                <a:spcPct val="100000"/>
              </a:lnSpc>
              <a:spcBef>
                <a:spcPts val="0"/>
              </a:spcBef>
            </a:pPr>
            <a:r>
              <a:rPr lang="en-IN" sz="2400" b="1" dirty="0">
                <a:latin typeface="Times New Roman" panose="02020603050405020304" pitchFamily="18" charset="0"/>
                <a:cs typeface="Times New Roman" panose="02020603050405020304" pitchFamily="18" charset="0"/>
              </a:rPr>
              <a:t>Under The Supervision  of </a:t>
            </a:r>
          </a:p>
          <a:p>
            <a:pPr>
              <a:lnSpc>
                <a:spcPct val="100000"/>
              </a:lnSpc>
              <a:spcBef>
                <a:spcPts val="0"/>
              </a:spcBef>
            </a:pPr>
            <a:r>
              <a:rPr lang="en-IN" sz="2400" dirty="0">
                <a:latin typeface="Times New Roman" panose="02020603050405020304" pitchFamily="18" charset="0"/>
                <a:cs typeface="Times New Roman" panose="02020603050405020304" pitchFamily="18" charset="0"/>
              </a:rPr>
              <a:t>Dr. K. Kranthi Kumar</a:t>
            </a:r>
            <a:r>
              <a:rPr lang="en-IN" sz="1200" dirty="0">
                <a:latin typeface="Times New Roman" panose="02020603050405020304" pitchFamily="18" charset="0"/>
                <a:cs typeface="Times New Roman" panose="02020603050405020304" pitchFamily="18" charset="0"/>
              </a:rPr>
              <a:t> Ph.D;</a:t>
            </a:r>
            <a:endParaRPr lang="en-IN" sz="1100" dirty="0">
              <a:latin typeface="Times New Roman" panose="02020603050405020304" pitchFamily="18" charset="0"/>
              <a:cs typeface="Times New Roman" panose="02020603050405020304" pitchFamily="18" charset="0"/>
            </a:endParaRPr>
          </a:p>
          <a:p>
            <a:pPr>
              <a:lnSpc>
                <a:spcPct val="100000"/>
              </a:lnSpc>
              <a:spcBef>
                <a:spcPts val="0"/>
              </a:spcBef>
            </a:pPr>
            <a:r>
              <a:rPr lang="en-IN" sz="2400" dirty="0">
                <a:latin typeface="Times New Roman" panose="02020603050405020304" pitchFamily="18" charset="0"/>
                <a:cs typeface="Times New Roman" panose="02020603050405020304" pitchFamily="18" charset="0"/>
              </a:rPr>
              <a:t>Professor</a:t>
            </a:r>
          </a:p>
        </p:txBody>
      </p:sp>
    </p:spTree>
    <p:extLst>
      <p:ext uri="{BB962C8B-B14F-4D97-AF65-F5344CB8AC3E}">
        <p14:creationId xmlns:p14="http://schemas.microsoft.com/office/powerpoint/2010/main" val="1225760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C021B-F642-F502-6DFC-B2345542415D}"/>
              </a:ext>
            </a:extLst>
          </p:cNvPr>
          <p:cNvSpPr>
            <a:spLocks noGrp="1"/>
          </p:cNvSpPr>
          <p:nvPr>
            <p:ph type="title"/>
          </p:nvPr>
        </p:nvSpPr>
        <p:spPr>
          <a:xfrm>
            <a:off x="628650" y="212722"/>
            <a:ext cx="7886700" cy="468315"/>
          </a:xfrm>
        </p:spPr>
        <p:txBody>
          <a:bodyPr>
            <a:noAutofit/>
          </a:bodyPr>
          <a:lstStyle/>
          <a:p>
            <a:pPr algn="ctr"/>
            <a:r>
              <a:rPr lang="en-US" sz="3200" b="1" dirty="0">
                <a:latin typeface="Times New Roman" panose="02020603050405020304" pitchFamily="18" charset="0"/>
                <a:cs typeface="Times New Roman" panose="02020603050405020304" pitchFamily="18" charset="0"/>
              </a:rPr>
              <a:t>CONTENTS OUTLINE</a:t>
            </a:r>
            <a:endParaRPr lang="en-IN" sz="3200" b="1"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9FEE4CD7-1583-D411-E042-8993946FCC65}"/>
              </a:ext>
            </a:extLst>
          </p:cNvPr>
          <p:cNvSpPr>
            <a:spLocks noGrp="1"/>
          </p:cNvSpPr>
          <p:nvPr>
            <p:ph idx="1"/>
          </p:nvPr>
        </p:nvSpPr>
        <p:spPr>
          <a:xfrm>
            <a:off x="522514" y="637493"/>
            <a:ext cx="8436430" cy="6078991"/>
          </a:xfrm>
        </p:spPr>
        <p:txBody>
          <a:bodyPr>
            <a:noAutofit/>
          </a:bodyPr>
          <a:lstStyle/>
          <a:p>
            <a:pPr marL="358775" indent="-358775">
              <a:lnSpc>
                <a:spcPct val="100000"/>
              </a:lnSpc>
            </a:pPr>
            <a:r>
              <a:rPr lang="en-IN" sz="2500" dirty="0">
                <a:latin typeface="Times New Roman" panose="02020603050405020304" pitchFamily="18" charset="0"/>
                <a:cs typeface="Times New Roman" panose="02020603050405020304" pitchFamily="18" charset="0"/>
              </a:rPr>
              <a:t>Abstract							</a:t>
            </a:r>
          </a:p>
          <a:p>
            <a:pPr marL="358775" indent="-358775">
              <a:lnSpc>
                <a:spcPct val="100000"/>
              </a:lnSpc>
            </a:pPr>
            <a:r>
              <a:rPr lang="en-IN" sz="2500" dirty="0">
                <a:latin typeface="Times New Roman" panose="02020603050405020304" pitchFamily="18" charset="0"/>
                <a:cs typeface="Times New Roman" panose="02020603050405020304" pitchFamily="18" charset="0"/>
              </a:rPr>
              <a:t>Introduction							</a:t>
            </a:r>
          </a:p>
          <a:p>
            <a:pPr marL="358775" indent="-358775">
              <a:lnSpc>
                <a:spcPct val="100000"/>
              </a:lnSpc>
            </a:pPr>
            <a:r>
              <a:rPr lang="en-IN" sz="2500" dirty="0">
                <a:latin typeface="Times New Roman" panose="02020603050405020304" pitchFamily="18" charset="0"/>
                <a:cs typeface="Times New Roman" panose="02020603050405020304" pitchFamily="18" charset="0"/>
              </a:rPr>
              <a:t>Proposed System with Architecture		</a:t>
            </a:r>
          </a:p>
          <a:p>
            <a:pPr marL="358775" indent="-358775">
              <a:lnSpc>
                <a:spcPct val="100000"/>
              </a:lnSpc>
            </a:pPr>
            <a:r>
              <a:rPr lang="en-IN" sz="2500" dirty="0">
                <a:latin typeface="Times New Roman" panose="02020603050405020304" pitchFamily="18" charset="0"/>
                <a:cs typeface="Times New Roman" panose="02020603050405020304" pitchFamily="18" charset="0"/>
              </a:rPr>
              <a:t>Functional Requirements</a:t>
            </a:r>
          </a:p>
          <a:p>
            <a:pPr marL="358775" indent="-358775">
              <a:lnSpc>
                <a:spcPct val="100000"/>
              </a:lnSpc>
            </a:pPr>
            <a:r>
              <a:rPr lang="en-IN" sz="2500" dirty="0">
                <a:latin typeface="Times New Roman" panose="02020603050405020304" pitchFamily="18" charset="0"/>
                <a:cs typeface="Times New Roman" panose="02020603050405020304" pitchFamily="18" charset="0"/>
              </a:rPr>
              <a:t>Non Functional Requirements</a:t>
            </a:r>
          </a:p>
          <a:p>
            <a:pPr marL="358775" indent="-358775">
              <a:lnSpc>
                <a:spcPct val="100000"/>
              </a:lnSpc>
            </a:pPr>
            <a:r>
              <a:rPr lang="en-IN" sz="2500" dirty="0">
                <a:latin typeface="Times New Roman" panose="02020603050405020304" pitchFamily="18" charset="0"/>
                <a:cs typeface="Times New Roman" panose="02020603050405020304" pitchFamily="18" charset="0"/>
              </a:rPr>
              <a:t>Goals of implementations</a:t>
            </a:r>
          </a:p>
          <a:p>
            <a:pPr marL="358775" indent="-358775">
              <a:lnSpc>
                <a:spcPct val="100000"/>
              </a:lnSpc>
            </a:pPr>
            <a:r>
              <a:rPr lang="en-IN" sz="2500" dirty="0">
                <a:latin typeface="Times New Roman" panose="02020603050405020304" pitchFamily="18" charset="0"/>
                <a:cs typeface="Times New Roman" panose="02020603050405020304" pitchFamily="18" charset="0"/>
              </a:rPr>
              <a:t>System Requirements</a:t>
            </a:r>
          </a:p>
          <a:p>
            <a:pPr marL="701675" lvl="2" indent="-358775">
              <a:lnSpc>
                <a:spcPct val="100000"/>
              </a:lnSpc>
            </a:pPr>
            <a:r>
              <a:rPr lang="en-IN" sz="2500" dirty="0">
                <a:latin typeface="Times New Roman" panose="02020603050405020304" pitchFamily="18" charset="0"/>
                <a:cs typeface="Times New Roman" panose="02020603050405020304" pitchFamily="18" charset="0"/>
              </a:rPr>
              <a:t>Software Configuration (Technology Stack)</a:t>
            </a:r>
          </a:p>
          <a:p>
            <a:pPr marL="701675" lvl="2" indent="-358775">
              <a:lnSpc>
                <a:spcPct val="100000"/>
              </a:lnSpc>
            </a:pPr>
            <a:r>
              <a:rPr lang="en-IN" sz="2500" dirty="0">
                <a:latin typeface="Times New Roman" panose="02020603050405020304" pitchFamily="18" charset="0"/>
                <a:cs typeface="Times New Roman" panose="02020603050405020304" pitchFamily="18" charset="0"/>
              </a:rPr>
              <a:t>Hardware Configuration (Computer Resource)</a:t>
            </a:r>
          </a:p>
          <a:p>
            <a:pPr marL="0" lvl="2" indent="342900">
              <a:lnSpc>
                <a:spcPct val="100000"/>
              </a:lnSpc>
            </a:pPr>
            <a:r>
              <a:rPr lang="en-IN" sz="2500" dirty="0">
                <a:latin typeface="Times New Roman" panose="02020603050405020304" pitchFamily="18" charset="0"/>
                <a:cs typeface="Times New Roman" panose="02020603050405020304" pitchFamily="18" charset="0"/>
              </a:rPr>
              <a:t>Tools &amp; Technologies</a:t>
            </a:r>
          </a:p>
          <a:p>
            <a:pPr marL="0" lvl="2" indent="342900">
              <a:lnSpc>
                <a:spcPct val="100000"/>
              </a:lnSpc>
            </a:pPr>
            <a:r>
              <a:rPr lang="en-IN" sz="25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49677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C468E-E31B-9285-D0AC-9D92DA3DBD9E}"/>
              </a:ext>
            </a:extLst>
          </p:cNvPr>
          <p:cNvSpPr>
            <a:spLocks noGrp="1"/>
          </p:cNvSpPr>
          <p:nvPr>
            <p:ph type="title"/>
          </p:nvPr>
        </p:nvSpPr>
        <p:spPr>
          <a:xfrm>
            <a:off x="628650" y="190955"/>
            <a:ext cx="7886700" cy="494845"/>
          </a:xfrm>
        </p:spPr>
        <p:txBody>
          <a:bodyPr>
            <a:noAutofit/>
          </a:bodyPr>
          <a:lstStyle/>
          <a:p>
            <a:pPr algn="ctr"/>
            <a:r>
              <a:rPr lang="en-IN" sz="32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A4CB066B-BD49-6CDB-46AD-B8A88249E03F}"/>
              </a:ext>
            </a:extLst>
          </p:cNvPr>
          <p:cNvSpPr>
            <a:spLocks noGrp="1"/>
          </p:cNvSpPr>
          <p:nvPr>
            <p:ph idx="1"/>
          </p:nvPr>
        </p:nvSpPr>
        <p:spPr>
          <a:xfrm>
            <a:off x="225878" y="685800"/>
            <a:ext cx="8700408" cy="5981245"/>
          </a:xfrm>
        </p:spPr>
        <p:txBody>
          <a:bodyPr>
            <a:normAutofit lnSpcReduction="10000"/>
          </a:bodyPr>
          <a:lstStyle/>
          <a:p>
            <a:pPr marL="0" indent="0" algn="just">
              <a:buNone/>
            </a:pPr>
            <a:r>
              <a:rPr lang="en-US" sz="2400" dirty="0">
                <a:latin typeface="Times New Roman" panose="02020603050405020304" pitchFamily="18" charset="0"/>
                <a:cs typeface="Times New Roman" panose="02020603050405020304" pitchFamily="18" charset="0"/>
              </a:rPr>
              <a:t>Municipal and electricity departments frequently face civic problems such as uncollected garbage, damaged roads, drainage issues, and malfunctioning streetlights. Existing complaint systems are often manual, fragmented, and lack transparency, resulting in delayed resolution and poor accountability. </a:t>
            </a:r>
          </a:p>
          <a:p>
            <a:pPr marL="0" indent="0" algn="just">
              <a:buNone/>
            </a:pPr>
            <a:r>
              <a:rPr lang="en-US" sz="2400" dirty="0">
                <a:latin typeface="Times New Roman" panose="02020603050405020304" pitchFamily="18" charset="0"/>
                <a:cs typeface="Times New Roman" panose="02020603050405020304" pitchFamily="18" charset="0"/>
              </a:rPr>
              <a:t>Resolve360 is a civic issue management platform designed to enable citizens to report municipal and electricity-related problems using images and location data. The system verifies submitted reports, detects duplicate complaints, and assigns issues to the appropriate department for faster handling. Citizens can track complaint status in real time, while department officers update progress through a dedicated dashboard.</a:t>
            </a:r>
          </a:p>
          <a:p>
            <a:pPr marL="0" indent="0" algn="just">
              <a:buNone/>
            </a:pPr>
            <a:r>
              <a:rPr lang="en-US" sz="2400" dirty="0">
                <a:latin typeface="Times New Roman" panose="02020603050405020304" pitchFamily="18" charset="0"/>
                <a:cs typeface="Times New Roman" panose="02020603050405020304" pitchFamily="18" charset="0"/>
              </a:rPr>
              <a:t>The platform is developed using React, HTML, and CSS for the frontend, Spring Boot and Java for backend services, and MongoDB for data storage. By streamlining reporting and resolution workflows, Resolve360 improves operational efficiency, strengthens transparency, and supports effective coordination between citizens and public service departments.</a:t>
            </a:r>
          </a:p>
        </p:txBody>
      </p:sp>
    </p:spTree>
    <p:extLst>
      <p:ext uri="{BB962C8B-B14F-4D97-AF65-F5344CB8AC3E}">
        <p14:creationId xmlns:p14="http://schemas.microsoft.com/office/powerpoint/2010/main" val="3010694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5B22E-6F92-282A-F6C2-67A92045B41B}"/>
              </a:ext>
            </a:extLst>
          </p:cNvPr>
          <p:cNvSpPr>
            <a:spLocks noGrp="1"/>
          </p:cNvSpPr>
          <p:nvPr>
            <p:ph type="title"/>
          </p:nvPr>
        </p:nvSpPr>
        <p:spPr>
          <a:xfrm>
            <a:off x="498021" y="120877"/>
            <a:ext cx="7886700" cy="560160"/>
          </a:xfrm>
        </p:spPr>
        <p:txBody>
          <a:bodyPr>
            <a:normAutofit/>
          </a:bodyPr>
          <a:lstStyle/>
          <a:p>
            <a:pPr algn="ctr"/>
            <a:r>
              <a:rPr lang="en-IN" sz="3200" b="1" dirty="0">
                <a:latin typeface="Times New Roman" panose="02020603050405020304" pitchFamily="18" charset="0"/>
                <a:cs typeface="Times New Roman" panose="02020603050405020304" pitchFamily="18" charset="0"/>
              </a:rPr>
              <a:t>INTRODUCTION</a:t>
            </a:r>
            <a:endParaRPr lang="en-IN" sz="3200" dirty="0"/>
          </a:p>
        </p:txBody>
      </p:sp>
      <p:sp>
        <p:nvSpPr>
          <p:cNvPr id="9" name="Rectangle 6">
            <a:extLst>
              <a:ext uri="{FF2B5EF4-FFF2-40B4-BE49-F238E27FC236}">
                <a16:creationId xmlns:a16="http://schemas.microsoft.com/office/drawing/2014/main" id="{933B0927-B905-CEA3-861A-D500E205BFD9}"/>
              </a:ext>
            </a:extLst>
          </p:cNvPr>
          <p:cNvSpPr>
            <a:spLocks noGrp="1" noChangeArrowheads="1"/>
          </p:cNvSpPr>
          <p:nvPr>
            <p:ph idx="1"/>
          </p:nvPr>
        </p:nvSpPr>
        <p:spPr bwMode="auto">
          <a:xfrm>
            <a:off x="185057" y="644833"/>
            <a:ext cx="8764634" cy="3301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400" b="1" dirty="0"/>
              <a:t>Resolve360</a:t>
            </a:r>
            <a:r>
              <a:rPr lang="en-US" sz="2400" dirty="0"/>
              <a:t> is a civic issue reporting and management system focused on </a:t>
            </a:r>
            <a:r>
              <a:rPr lang="en-US" sz="2400" b="1" dirty="0"/>
              <a:t>municipal and electricity services</a:t>
            </a:r>
            <a:r>
              <a:rPr lang="en-US" sz="2400" dirty="0"/>
              <a:t>.</a:t>
            </a:r>
          </a:p>
          <a:p>
            <a:pPr algn="just"/>
            <a:r>
              <a:rPr lang="en-US" sz="2400" dirty="0"/>
              <a:t>Bridges the gap between citizens and public service departments</a:t>
            </a:r>
          </a:p>
          <a:p>
            <a:pPr algn="just"/>
            <a:r>
              <a:rPr lang="en-US" sz="2400" dirty="0"/>
              <a:t>Provides </a:t>
            </a:r>
            <a:r>
              <a:rPr lang="en-US" sz="2400" b="1" dirty="0"/>
              <a:t>real-time issue tracking</a:t>
            </a:r>
            <a:r>
              <a:rPr lang="en-US" sz="2400" dirty="0"/>
              <a:t> and transparency</a:t>
            </a:r>
          </a:p>
          <a:p>
            <a:pPr algn="just"/>
            <a:r>
              <a:rPr lang="en-US" sz="2400" dirty="0"/>
              <a:t>Uses </a:t>
            </a:r>
            <a:r>
              <a:rPr lang="en-US" sz="2400" b="1" dirty="0"/>
              <a:t>image-based reporting</a:t>
            </a:r>
            <a:r>
              <a:rPr lang="en-US" sz="2400" dirty="0"/>
              <a:t> with location verification</a:t>
            </a:r>
          </a:p>
          <a:p>
            <a:pPr algn="just"/>
            <a:r>
              <a:rPr lang="en-US" sz="2400" dirty="0"/>
              <a:t>Supports </a:t>
            </a:r>
            <a:r>
              <a:rPr lang="en-US" sz="2400" b="1" dirty="0"/>
              <a:t>two user roles: Citizen and Department Officer</a:t>
            </a:r>
            <a:endParaRPr lang="en-US" sz="2400" dirty="0"/>
          </a:p>
          <a:p>
            <a:pPr algn="just"/>
            <a:r>
              <a:rPr lang="en-US" sz="2400" dirty="0"/>
              <a:t>Enables faster resolution of civic complaints</a:t>
            </a:r>
          </a:p>
          <a:p>
            <a:pPr marL="354013" marR="0" lvl="0" indent="-261938"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1E09459-E67D-B365-BC1B-7B3093A235F1}"/>
              </a:ext>
            </a:extLst>
          </p:cNvPr>
          <p:cNvPicPr>
            <a:picLocks noChangeAspect="1"/>
          </p:cNvPicPr>
          <p:nvPr/>
        </p:nvPicPr>
        <p:blipFill>
          <a:blip r:embed="rId2"/>
          <a:stretch>
            <a:fillRect/>
          </a:stretch>
        </p:blipFill>
        <p:spPr>
          <a:xfrm>
            <a:off x="627218" y="3646714"/>
            <a:ext cx="7757503" cy="299155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88579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8E437-C90B-8F04-79DE-97E788EDE10D}"/>
              </a:ext>
            </a:extLst>
          </p:cNvPr>
          <p:cNvSpPr>
            <a:spLocks noGrp="1"/>
          </p:cNvSpPr>
          <p:nvPr>
            <p:ph type="title"/>
          </p:nvPr>
        </p:nvSpPr>
        <p:spPr>
          <a:xfrm>
            <a:off x="151038" y="360361"/>
            <a:ext cx="8776429" cy="581931"/>
          </a:xfrm>
        </p:spPr>
        <p:txBody>
          <a:bodyPr>
            <a:noAutofit/>
          </a:bodyPr>
          <a:lstStyle/>
          <a:p>
            <a:pPr algn="ctr"/>
            <a:r>
              <a:rPr lang="en-IN" sz="3100" b="1" dirty="0">
                <a:latin typeface="Times New Roman" panose="02020603050405020304" pitchFamily="18" charset="0"/>
                <a:cs typeface="Times New Roman" panose="02020603050405020304" pitchFamily="18" charset="0"/>
              </a:rPr>
              <a:t>PROPOSED SYSTEM WITH ARCHITECTURE</a:t>
            </a:r>
            <a:endParaRPr lang="en-IN" sz="3100" b="1" dirty="0"/>
          </a:p>
        </p:txBody>
      </p:sp>
      <p:sp>
        <p:nvSpPr>
          <p:cNvPr id="3" name="Content Placeholder 2">
            <a:extLst>
              <a:ext uri="{FF2B5EF4-FFF2-40B4-BE49-F238E27FC236}">
                <a16:creationId xmlns:a16="http://schemas.microsoft.com/office/drawing/2014/main" id="{C7F2800C-1B74-B72C-BDB0-A03A215B2B3C}"/>
              </a:ext>
            </a:extLst>
          </p:cNvPr>
          <p:cNvSpPr>
            <a:spLocks noGrp="1"/>
          </p:cNvSpPr>
          <p:nvPr>
            <p:ph idx="1"/>
          </p:nvPr>
        </p:nvSpPr>
        <p:spPr>
          <a:xfrm>
            <a:off x="244236" y="1055914"/>
            <a:ext cx="8672346" cy="5320823"/>
          </a:xfrm>
        </p:spPr>
        <p:txBody>
          <a:bodyPr>
            <a:noAutofit/>
          </a:bodyPr>
          <a:lstStyle/>
          <a:p>
            <a:pPr algn="just"/>
            <a:r>
              <a:rPr lang="en-US" sz="2400" dirty="0">
                <a:latin typeface="Times New Roman" panose="02020603050405020304" pitchFamily="18" charset="0"/>
                <a:cs typeface="Times New Roman" panose="02020603050405020304" pitchFamily="18" charset="0"/>
              </a:rPr>
              <a:t>Citizens upload issue images along with location details</a:t>
            </a:r>
          </a:p>
          <a:p>
            <a:pPr algn="just"/>
            <a:r>
              <a:rPr lang="en-US" sz="2400" dirty="0">
                <a:latin typeface="Times New Roman" panose="02020603050405020304" pitchFamily="18" charset="0"/>
                <a:cs typeface="Times New Roman" panose="02020603050405020304" pitchFamily="18" charset="0"/>
              </a:rPr>
              <a:t>System verifies reports and checks for duplicate complaints</a:t>
            </a:r>
          </a:p>
          <a:p>
            <a:pPr algn="just"/>
            <a:r>
              <a:rPr lang="en-US" sz="2400" dirty="0">
                <a:latin typeface="Times New Roman" panose="02020603050405020304" pitchFamily="18" charset="0"/>
                <a:cs typeface="Times New Roman" panose="02020603050405020304" pitchFamily="18" charset="0"/>
              </a:rPr>
              <a:t>Issues are assigned to the appropriate department (</a:t>
            </a:r>
            <a:r>
              <a:rPr lang="en-US" sz="2400" b="1" dirty="0">
                <a:latin typeface="Times New Roman" panose="02020603050405020304" pitchFamily="18" charset="0"/>
                <a:cs typeface="Times New Roman" panose="02020603050405020304" pitchFamily="18" charset="0"/>
              </a:rPr>
              <a:t>Municipality or Electricity</a:t>
            </a:r>
            <a:r>
              <a:rPr lang="en-US" sz="2400" dirty="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Department officers update work status in real time</a:t>
            </a:r>
          </a:p>
          <a:p>
            <a:pPr algn="just"/>
            <a:r>
              <a:rPr lang="en-US" sz="2400" dirty="0">
                <a:latin typeface="Times New Roman" panose="02020603050405020304" pitchFamily="18" charset="0"/>
                <a:cs typeface="Times New Roman" panose="02020603050405020304" pitchFamily="18" charset="0"/>
              </a:rPr>
              <a:t>Citizens receive progress notifications and resolution updates</a:t>
            </a:r>
          </a:p>
        </p:txBody>
      </p:sp>
    </p:spTree>
    <p:extLst>
      <p:ext uri="{BB962C8B-B14F-4D97-AF65-F5344CB8AC3E}">
        <p14:creationId xmlns:p14="http://schemas.microsoft.com/office/powerpoint/2010/main" val="3335553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6D1B3-4C9B-D37C-522E-EA5B356952D8}"/>
              </a:ext>
            </a:extLst>
          </p:cNvPr>
          <p:cNvSpPr>
            <a:spLocks noGrp="1"/>
          </p:cNvSpPr>
          <p:nvPr>
            <p:ph type="title"/>
          </p:nvPr>
        </p:nvSpPr>
        <p:spPr>
          <a:xfrm>
            <a:off x="195943" y="903514"/>
            <a:ext cx="8621486" cy="185347"/>
          </a:xfrm>
        </p:spPr>
        <p:txBody>
          <a:bodyPr>
            <a:normAutofit fontScale="90000"/>
          </a:bodyPr>
          <a:lstStyle/>
          <a:p>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FD37B7A2-158C-13B1-7FC9-44A08B841085}"/>
                  </a:ext>
                </a:extLst>
              </p14:cNvPr>
              <p14:cNvContentPartPr/>
              <p14:nvPr/>
            </p14:nvContentPartPr>
            <p14:xfrm>
              <a:off x="3505183" y="5388000"/>
              <a:ext cx="360" cy="51840"/>
            </p14:xfrm>
          </p:contentPart>
        </mc:Choice>
        <mc:Fallback xmlns="">
          <p:pic>
            <p:nvPicPr>
              <p:cNvPr id="3" name="Ink 2">
                <a:extLst>
                  <a:ext uri="{FF2B5EF4-FFF2-40B4-BE49-F238E27FC236}">
                    <a16:creationId xmlns:a16="http://schemas.microsoft.com/office/drawing/2014/main" id="{FD37B7A2-158C-13B1-7FC9-44A08B841085}"/>
                  </a:ext>
                </a:extLst>
              </p:cNvPr>
              <p:cNvPicPr/>
              <p:nvPr/>
            </p:nvPicPr>
            <p:blipFill>
              <a:blip r:embed="rId4"/>
              <a:stretch>
                <a:fillRect/>
              </a:stretch>
            </p:blipFill>
            <p:spPr>
              <a:xfrm>
                <a:off x="3499063" y="5381880"/>
                <a:ext cx="126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1F1709F8-E87D-3D4F-A4DF-13E67F56CA11}"/>
                  </a:ext>
                </a:extLst>
              </p14:cNvPr>
              <p14:cNvContentPartPr/>
              <p14:nvPr/>
            </p14:nvContentPartPr>
            <p14:xfrm>
              <a:off x="3494023" y="5409600"/>
              <a:ext cx="360" cy="20160"/>
            </p14:xfrm>
          </p:contentPart>
        </mc:Choice>
        <mc:Fallback xmlns="">
          <p:pic>
            <p:nvPicPr>
              <p:cNvPr id="4" name="Ink 3">
                <a:extLst>
                  <a:ext uri="{FF2B5EF4-FFF2-40B4-BE49-F238E27FC236}">
                    <a16:creationId xmlns:a16="http://schemas.microsoft.com/office/drawing/2014/main" id="{1F1709F8-E87D-3D4F-A4DF-13E67F56CA11}"/>
                  </a:ext>
                </a:extLst>
              </p:cNvPr>
              <p:cNvPicPr/>
              <p:nvPr/>
            </p:nvPicPr>
            <p:blipFill>
              <a:blip r:embed="rId6"/>
              <a:stretch>
                <a:fillRect/>
              </a:stretch>
            </p:blipFill>
            <p:spPr>
              <a:xfrm>
                <a:off x="3487903" y="5403480"/>
                <a:ext cx="1260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54436888-8260-ADE3-AF8F-58C063F7C7CC}"/>
                  </a:ext>
                </a:extLst>
              </p14:cNvPr>
              <p14:cNvContentPartPr/>
              <p14:nvPr/>
            </p14:nvContentPartPr>
            <p14:xfrm>
              <a:off x="3476743" y="5372520"/>
              <a:ext cx="40680" cy="67680"/>
            </p14:xfrm>
          </p:contentPart>
        </mc:Choice>
        <mc:Fallback xmlns="">
          <p:pic>
            <p:nvPicPr>
              <p:cNvPr id="6" name="Ink 5">
                <a:extLst>
                  <a:ext uri="{FF2B5EF4-FFF2-40B4-BE49-F238E27FC236}">
                    <a16:creationId xmlns:a16="http://schemas.microsoft.com/office/drawing/2014/main" id="{54436888-8260-ADE3-AF8F-58C063F7C7CC}"/>
                  </a:ext>
                </a:extLst>
              </p:cNvPr>
              <p:cNvPicPr/>
              <p:nvPr/>
            </p:nvPicPr>
            <p:blipFill>
              <a:blip r:embed="rId8"/>
              <a:stretch>
                <a:fillRect/>
              </a:stretch>
            </p:blipFill>
            <p:spPr>
              <a:xfrm>
                <a:off x="3470623" y="5366400"/>
                <a:ext cx="52920" cy="799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BD422399-0B17-7EFE-1844-C4F17C7A7020}"/>
                  </a:ext>
                </a:extLst>
              </p14:cNvPr>
              <p14:cNvContentPartPr/>
              <p14:nvPr/>
            </p14:nvContentPartPr>
            <p14:xfrm>
              <a:off x="7696303" y="4963560"/>
              <a:ext cx="282960" cy="381960"/>
            </p14:xfrm>
          </p:contentPart>
        </mc:Choice>
        <mc:Fallback>
          <p:pic>
            <p:nvPicPr>
              <p:cNvPr id="10" name="Ink 9">
                <a:extLst>
                  <a:ext uri="{FF2B5EF4-FFF2-40B4-BE49-F238E27FC236}">
                    <a16:creationId xmlns:a16="http://schemas.microsoft.com/office/drawing/2014/main" id="{BD422399-0B17-7EFE-1844-C4F17C7A7020}"/>
                  </a:ext>
                </a:extLst>
              </p:cNvPr>
              <p:cNvPicPr/>
              <p:nvPr/>
            </p:nvPicPr>
            <p:blipFill>
              <a:blip r:embed="rId10"/>
              <a:stretch>
                <a:fillRect/>
              </a:stretch>
            </p:blipFill>
            <p:spPr>
              <a:xfrm>
                <a:off x="7678303" y="4945560"/>
                <a:ext cx="318600" cy="4176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6" name="Ink 15">
                <a:extLst>
                  <a:ext uri="{FF2B5EF4-FFF2-40B4-BE49-F238E27FC236}">
                    <a16:creationId xmlns:a16="http://schemas.microsoft.com/office/drawing/2014/main" id="{A723E8EE-62CC-C03F-9A43-CBC0BC6B68AD}"/>
                  </a:ext>
                </a:extLst>
              </p14:cNvPr>
              <p14:cNvContentPartPr/>
              <p14:nvPr/>
            </p14:nvContentPartPr>
            <p14:xfrm>
              <a:off x="7644103" y="5318160"/>
              <a:ext cx="89640" cy="64800"/>
            </p14:xfrm>
          </p:contentPart>
        </mc:Choice>
        <mc:Fallback>
          <p:pic>
            <p:nvPicPr>
              <p:cNvPr id="16" name="Ink 15">
                <a:extLst>
                  <a:ext uri="{FF2B5EF4-FFF2-40B4-BE49-F238E27FC236}">
                    <a16:creationId xmlns:a16="http://schemas.microsoft.com/office/drawing/2014/main" id="{A723E8EE-62CC-C03F-9A43-CBC0BC6B68AD}"/>
                  </a:ext>
                </a:extLst>
              </p:cNvPr>
              <p:cNvPicPr/>
              <p:nvPr/>
            </p:nvPicPr>
            <p:blipFill>
              <a:blip r:embed="rId12"/>
              <a:stretch>
                <a:fillRect/>
              </a:stretch>
            </p:blipFill>
            <p:spPr>
              <a:xfrm>
                <a:off x="7626103" y="5300520"/>
                <a:ext cx="12528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7" name="Ink 16">
                <a:extLst>
                  <a:ext uri="{FF2B5EF4-FFF2-40B4-BE49-F238E27FC236}">
                    <a16:creationId xmlns:a16="http://schemas.microsoft.com/office/drawing/2014/main" id="{1C9F7A79-7E77-6892-4E2B-844D22414104}"/>
                  </a:ext>
                </a:extLst>
              </p14:cNvPr>
              <p14:cNvContentPartPr/>
              <p14:nvPr/>
            </p14:nvContentPartPr>
            <p14:xfrm>
              <a:off x="7645903" y="5334000"/>
              <a:ext cx="6840" cy="78840"/>
            </p14:xfrm>
          </p:contentPart>
        </mc:Choice>
        <mc:Fallback>
          <p:pic>
            <p:nvPicPr>
              <p:cNvPr id="17" name="Ink 16">
                <a:extLst>
                  <a:ext uri="{FF2B5EF4-FFF2-40B4-BE49-F238E27FC236}">
                    <a16:creationId xmlns:a16="http://schemas.microsoft.com/office/drawing/2014/main" id="{1C9F7A79-7E77-6892-4E2B-844D22414104}"/>
                  </a:ext>
                </a:extLst>
              </p:cNvPr>
              <p:cNvPicPr/>
              <p:nvPr/>
            </p:nvPicPr>
            <p:blipFill>
              <a:blip r:embed="rId14"/>
              <a:stretch>
                <a:fillRect/>
              </a:stretch>
            </p:blipFill>
            <p:spPr>
              <a:xfrm>
                <a:off x="7628263" y="5316000"/>
                <a:ext cx="4248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9" name="Ink 18">
                <a:extLst>
                  <a:ext uri="{FF2B5EF4-FFF2-40B4-BE49-F238E27FC236}">
                    <a16:creationId xmlns:a16="http://schemas.microsoft.com/office/drawing/2014/main" id="{D294C4FF-E689-9E2A-CB27-2F36AA39BDC2}"/>
                  </a:ext>
                </a:extLst>
              </p14:cNvPr>
              <p14:cNvContentPartPr/>
              <p14:nvPr/>
            </p14:nvContentPartPr>
            <p14:xfrm>
              <a:off x="7652383" y="5334000"/>
              <a:ext cx="360" cy="85680"/>
            </p14:xfrm>
          </p:contentPart>
        </mc:Choice>
        <mc:Fallback>
          <p:pic>
            <p:nvPicPr>
              <p:cNvPr id="19" name="Ink 18">
                <a:extLst>
                  <a:ext uri="{FF2B5EF4-FFF2-40B4-BE49-F238E27FC236}">
                    <a16:creationId xmlns:a16="http://schemas.microsoft.com/office/drawing/2014/main" id="{D294C4FF-E689-9E2A-CB27-2F36AA39BDC2}"/>
                  </a:ext>
                </a:extLst>
              </p:cNvPr>
              <p:cNvPicPr/>
              <p:nvPr/>
            </p:nvPicPr>
            <p:blipFill>
              <a:blip r:embed="rId16"/>
              <a:stretch>
                <a:fillRect/>
              </a:stretch>
            </p:blipFill>
            <p:spPr>
              <a:xfrm>
                <a:off x="7634383" y="5316000"/>
                <a:ext cx="36000" cy="1213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0" name="Ink 19">
                <a:extLst>
                  <a:ext uri="{FF2B5EF4-FFF2-40B4-BE49-F238E27FC236}">
                    <a16:creationId xmlns:a16="http://schemas.microsoft.com/office/drawing/2014/main" id="{DEA7906C-FAA9-38EB-960B-83D1AE6038DA}"/>
                  </a:ext>
                </a:extLst>
              </p14:cNvPr>
              <p14:cNvContentPartPr/>
              <p14:nvPr/>
            </p14:nvContentPartPr>
            <p14:xfrm>
              <a:off x="7638343" y="5399160"/>
              <a:ext cx="91080" cy="9720"/>
            </p14:xfrm>
          </p:contentPart>
        </mc:Choice>
        <mc:Fallback>
          <p:pic>
            <p:nvPicPr>
              <p:cNvPr id="20" name="Ink 19">
                <a:extLst>
                  <a:ext uri="{FF2B5EF4-FFF2-40B4-BE49-F238E27FC236}">
                    <a16:creationId xmlns:a16="http://schemas.microsoft.com/office/drawing/2014/main" id="{DEA7906C-FAA9-38EB-960B-83D1AE6038DA}"/>
                  </a:ext>
                </a:extLst>
              </p:cNvPr>
              <p:cNvPicPr/>
              <p:nvPr/>
            </p:nvPicPr>
            <p:blipFill>
              <a:blip r:embed="rId18"/>
              <a:stretch>
                <a:fillRect/>
              </a:stretch>
            </p:blipFill>
            <p:spPr>
              <a:xfrm>
                <a:off x="7620343" y="5381520"/>
                <a:ext cx="12672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2" name="Ink 21">
                <a:extLst>
                  <a:ext uri="{FF2B5EF4-FFF2-40B4-BE49-F238E27FC236}">
                    <a16:creationId xmlns:a16="http://schemas.microsoft.com/office/drawing/2014/main" id="{BD9F021F-EA20-A573-4FA2-93A37426DB38}"/>
                  </a:ext>
                </a:extLst>
              </p14:cNvPr>
              <p14:cNvContentPartPr/>
              <p14:nvPr/>
            </p14:nvContentPartPr>
            <p14:xfrm>
              <a:off x="7652023" y="5334000"/>
              <a:ext cx="11880" cy="57240"/>
            </p14:xfrm>
          </p:contentPart>
        </mc:Choice>
        <mc:Fallback>
          <p:pic>
            <p:nvPicPr>
              <p:cNvPr id="22" name="Ink 21">
                <a:extLst>
                  <a:ext uri="{FF2B5EF4-FFF2-40B4-BE49-F238E27FC236}">
                    <a16:creationId xmlns:a16="http://schemas.microsoft.com/office/drawing/2014/main" id="{BD9F021F-EA20-A573-4FA2-93A37426DB38}"/>
                  </a:ext>
                </a:extLst>
              </p:cNvPr>
              <p:cNvPicPr/>
              <p:nvPr/>
            </p:nvPicPr>
            <p:blipFill>
              <a:blip r:embed="rId20"/>
              <a:stretch>
                <a:fillRect/>
              </a:stretch>
            </p:blipFill>
            <p:spPr>
              <a:xfrm>
                <a:off x="7634383" y="5316000"/>
                <a:ext cx="4752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3" name="Ink 22">
                <a:extLst>
                  <a:ext uri="{FF2B5EF4-FFF2-40B4-BE49-F238E27FC236}">
                    <a16:creationId xmlns:a16="http://schemas.microsoft.com/office/drawing/2014/main" id="{B953238C-5ED6-BBB3-2F58-A1C1587077F0}"/>
                  </a:ext>
                </a:extLst>
              </p14:cNvPr>
              <p14:cNvContentPartPr/>
              <p14:nvPr/>
            </p14:nvContentPartPr>
            <p14:xfrm>
              <a:off x="7667503" y="5388000"/>
              <a:ext cx="61920" cy="13320"/>
            </p14:xfrm>
          </p:contentPart>
        </mc:Choice>
        <mc:Fallback>
          <p:pic>
            <p:nvPicPr>
              <p:cNvPr id="23" name="Ink 22">
                <a:extLst>
                  <a:ext uri="{FF2B5EF4-FFF2-40B4-BE49-F238E27FC236}">
                    <a16:creationId xmlns:a16="http://schemas.microsoft.com/office/drawing/2014/main" id="{B953238C-5ED6-BBB3-2F58-A1C1587077F0}"/>
                  </a:ext>
                </a:extLst>
              </p:cNvPr>
              <p:cNvPicPr/>
              <p:nvPr/>
            </p:nvPicPr>
            <p:blipFill>
              <a:blip r:embed="rId22"/>
              <a:stretch>
                <a:fillRect/>
              </a:stretch>
            </p:blipFill>
            <p:spPr>
              <a:xfrm>
                <a:off x="7649503" y="5370360"/>
                <a:ext cx="9756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4" name="Ink 23">
                <a:extLst>
                  <a:ext uri="{FF2B5EF4-FFF2-40B4-BE49-F238E27FC236}">
                    <a16:creationId xmlns:a16="http://schemas.microsoft.com/office/drawing/2014/main" id="{2C045BE5-4BA5-66B2-0227-7A6C31E65448}"/>
                  </a:ext>
                </a:extLst>
              </p14:cNvPr>
              <p14:cNvContentPartPr/>
              <p14:nvPr/>
            </p14:nvContentPartPr>
            <p14:xfrm>
              <a:off x="7641943" y="5334000"/>
              <a:ext cx="4680" cy="58680"/>
            </p14:xfrm>
          </p:contentPart>
        </mc:Choice>
        <mc:Fallback>
          <p:pic>
            <p:nvPicPr>
              <p:cNvPr id="24" name="Ink 23">
                <a:extLst>
                  <a:ext uri="{FF2B5EF4-FFF2-40B4-BE49-F238E27FC236}">
                    <a16:creationId xmlns:a16="http://schemas.microsoft.com/office/drawing/2014/main" id="{2C045BE5-4BA5-66B2-0227-7A6C31E65448}"/>
                  </a:ext>
                </a:extLst>
              </p:cNvPr>
              <p:cNvPicPr/>
              <p:nvPr/>
            </p:nvPicPr>
            <p:blipFill>
              <a:blip r:embed="rId24"/>
              <a:stretch>
                <a:fillRect/>
              </a:stretch>
            </p:blipFill>
            <p:spPr>
              <a:xfrm>
                <a:off x="7623943" y="5316000"/>
                <a:ext cx="40320" cy="94320"/>
              </a:xfrm>
              <a:prstGeom prst="rect">
                <a:avLst/>
              </a:prstGeom>
            </p:spPr>
          </p:pic>
        </mc:Fallback>
      </mc:AlternateContent>
      <p:grpSp>
        <p:nvGrpSpPr>
          <p:cNvPr id="28" name="Group 27">
            <a:extLst>
              <a:ext uri="{FF2B5EF4-FFF2-40B4-BE49-F238E27FC236}">
                <a16:creationId xmlns:a16="http://schemas.microsoft.com/office/drawing/2014/main" id="{97104666-CCED-EA58-4093-525C5948C173}"/>
              </a:ext>
            </a:extLst>
          </p:cNvPr>
          <p:cNvGrpSpPr/>
          <p:nvPr/>
        </p:nvGrpSpPr>
        <p:grpSpPr>
          <a:xfrm>
            <a:off x="7685143" y="5377560"/>
            <a:ext cx="11520" cy="360"/>
            <a:chOff x="7685143" y="5377560"/>
            <a:chExt cx="11520" cy="360"/>
          </a:xfrm>
        </p:grpSpPr>
        <mc:AlternateContent xmlns:mc="http://schemas.openxmlformats.org/markup-compatibility/2006">
          <mc:Choice xmlns:p14="http://schemas.microsoft.com/office/powerpoint/2010/main" Requires="p14">
            <p:contentPart p14:bwMode="auto" r:id="rId25">
              <p14:nvContentPartPr>
                <p14:cNvPr id="25" name="Ink 24">
                  <a:extLst>
                    <a:ext uri="{FF2B5EF4-FFF2-40B4-BE49-F238E27FC236}">
                      <a16:creationId xmlns:a16="http://schemas.microsoft.com/office/drawing/2014/main" id="{F6194825-341E-A5F7-AE18-6DE9486CAEE7}"/>
                    </a:ext>
                  </a:extLst>
                </p14:cNvPr>
                <p14:cNvContentPartPr/>
                <p14:nvPr/>
              </p14:nvContentPartPr>
              <p14:xfrm>
                <a:off x="7696303" y="5377560"/>
                <a:ext cx="360" cy="360"/>
              </p14:xfrm>
            </p:contentPart>
          </mc:Choice>
          <mc:Fallback>
            <p:pic>
              <p:nvPicPr>
                <p:cNvPr id="25" name="Ink 24">
                  <a:extLst>
                    <a:ext uri="{FF2B5EF4-FFF2-40B4-BE49-F238E27FC236}">
                      <a16:creationId xmlns:a16="http://schemas.microsoft.com/office/drawing/2014/main" id="{F6194825-341E-A5F7-AE18-6DE9486CAEE7}"/>
                    </a:ext>
                  </a:extLst>
                </p:cNvPr>
                <p:cNvPicPr/>
                <p:nvPr/>
              </p:nvPicPr>
              <p:blipFill>
                <a:blip r:embed="rId26"/>
                <a:stretch>
                  <a:fillRect/>
                </a:stretch>
              </p:blipFill>
              <p:spPr>
                <a:xfrm>
                  <a:off x="7678303" y="5359920"/>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6" name="Ink 25">
                  <a:extLst>
                    <a:ext uri="{FF2B5EF4-FFF2-40B4-BE49-F238E27FC236}">
                      <a16:creationId xmlns:a16="http://schemas.microsoft.com/office/drawing/2014/main" id="{B9F965B8-A4E5-AB91-4E2C-7C6194904D66}"/>
                    </a:ext>
                  </a:extLst>
                </p14:cNvPr>
                <p14:cNvContentPartPr/>
                <p14:nvPr/>
              </p14:nvContentPartPr>
              <p14:xfrm>
                <a:off x="7685143" y="5377560"/>
                <a:ext cx="360" cy="360"/>
              </p14:xfrm>
            </p:contentPart>
          </mc:Choice>
          <mc:Fallback>
            <p:pic>
              <p:nvPicPr>
                <p:cNvPr id="26" name="Ink 25">
                  <a:extLst>
                    <a:ext uri="{FF2B5EF4-FFF2-40B4-BE49-F238E27FC236}">
                      <a16:creationId xmlns:a16="http://schemas.microsoft.com/office/drawing/2014/main" id="{B9F965B8-A4E5-AB91-4E2C-7C6194904D66}"/>
                    </a:ext>
                  </a:extLst>
                </p:cNvPr>
                <p:cNvPicPr/>
                <p:nvPr/>
              </p:nvPicPr>
              <p:blipFill>
                <a:blip r:embed="rId26"/>
                <a:stretch>
                  <a:fillRect/>
                </a:stretch>
              </p:blipFill>
              <p:spPr>
                <a:xfrm>
                  <a:off x="7667143" y="5359920"/>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7" name="Ink 26">
                  <a:extLst>
                    <a:ext uri="{FF2B5EF4-FFF2-40B4-BE49-F238E27FC236}">
                      <a16:creationId xmlns:a16="http://schemas.microsoft.com/office/drawing/2014/main" id="{439A1225-38DB-6AC1-73F4-5716F5B162DB}"/>
                    </a:ext>
                  </a:extLst>
                </p14:cNvPr>
                <p14:cNvContentPartPr/>
                <p14:nvPr/>
              </p14:nvContentPartPr>
              <p14:xfrm>
                <a:off x="7685143" y="5377560"/>
                <a:ext cx="360" cy="360"/>
              </p14:xfrm>
            </p:contentPart>
          </mc:Choice>
          <mc:Fallback>
            <p:pic>
              <p:nvPicPr>
                <p:cNvPr id="27" name="Ink 26">
                  <a:extLst>
                    <a:ext uri="{FF2B5EF4-FFF2-40B4-BE49-F238E27FC236}">
                      <a16:creationId xmlns:a16="http://schemas.microsoft.com/office/drawing/2014/main" id="{439A1225-38DB-6AC1-73F4-5716F5B162DB}"/>
                    </a:ext>
                  </a:extLst>
                </p:cNvPr>
                <p:cNvPicPr/>
                <p:nvPr/>
              </p:nvPicPr>
              <p:blipFill>
                <a:blip r:embed="rId26"/>
                <a:stretch>
                  <a:fillRect/>
                </a:stretch>
              </p:blipFill>
              <p:spPr>
                <a:xfrm>
                  <a:off x="7667143" y="5359920"/>
                  <a:ext cx="36000" cy="3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9">
            <p14:nvContentPartPr>
              <p14:cNvPr id="32" name="Ink 31">
                <a:extLst>
                  <a:ext uri="{FF2B5EF4-FFF2-40B4-BE49-F238E27FC236}">
                    <a16:creationId xmlns:a16="http://schemas.microsoft.com/office/drawing/2014/main" id="{403181F9-8F5E-22C1-0359-53D28367FE08}"/>
                  </a:ext>
                </a:extLst>
              </p14:cNvPr>
              <p14:cNvContentPartPr/>
              <p14:nvPr/>
            </p14:nvContentPartPr>
            <p14:xfrm>
              <a:off x="1208023" y="1889520"/>
              <a:ext cx="1672920" cy="38520"/>
            </p14:xfrm>
          </p:contentPart>
        </mc:Choice>
        <mc:Fallback>
          <p:pic>
            <p:nvPicPr>
              <p:cNvPr id="32" name="Ink 31">
                <a:extLst>
                  <a:ext uri="{FF2B5EF4-FFF2-40B4-BE49-F238E27FC236}">
                    <a16:creationId xmlns:a16="http://schemas.microsoft.com/office/drawing/2014/main" id="{403181F9-8F5E-22C1-0359-53D28367FE08}"/>
                  </a:ext>
                </a:extLst>
              </p:cNvPr>
              <p:cNvPicPr/>
              <p:nvPr/>
            </p:nvPicPr>
            <p:blipFill>
              <a:blip r:embed="rId30"/>
              <a:stretch>
                <a:fillRect/>
              </a:stretch>
            </p:blipFill>
            <p:spPr>
              <a:xfrm>
                <a:off x="1154383" y="1781520"/>
                <a:ext cx="178056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33" name="Ink 32">
                <a:extLst>
                  <a:ext uri="{FF2B5EF4-FFF2-40B4-BE49-F238E27FC236}">
                    <a16:creationId xmlns:a16="http://schemas.microsoft.com/office/drawing/2014/main" id="{FB77A338-D939-3658-2212-2B3774EBD041}"/>
                  </a:ext>
                </a:extLst>
              </p14:cNvPr>
              <p14:cNvContentPartPr/>
              <p14:nvPr/>
            </p14:nvContentPartPr>
            <p14:xfrm>
              <a:off x="990223" y="1828320"/>
              <a:ext cx="1202400" cy="525240"/>
            </p14:xfrm>
          </p:contentPart>
        </mc:Choice>
        <mc:Fallback>
          <p:pic>
            <p:nvPicPr>
              <p:cNvPr id="33" name="Ink 32">
                <a:extLst>
                  <a:ext uri="{FF2B5EF4-FFF2-40B4-BE49-F238E27FC236}">
                    <a16:creationId xmlns:a16="http://schemas.microsoft.com/office/drawing/2014/main" id="{FB77A338-D939-3658-2212-2B3774EBD041}"/>
                  </a:ext>
                </a:extLst>
              </p:cNvPr>
              <p:cNvPicPr/>
              <p:nvPr/>
            </p:nvPicPr>
            <p:blipFill>
              <a:blip r:embed="rId32"/>
              <a:stretch>
                <a:fillRect/>
              </a:stretch>
            </p:blipFill>
            <p:spPr>
              <a:xfrm>
                <a:off x="936223" y="1720680"/>
                <a:ext cx="1310040" cy="7408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4" name="Ink 33">
                <a:extLst>
                  <a:ext uri="{FF2B5EF4-FFF2-40B4-BE49-F238E27FC236}">
                    <a16:creationId xmlns:a16="http://schemas.microsoft.com/office/drawing/2014/main" id="{F35AE95C-B46E-F6AC-05E2-E69B8BB595C5}"/>
                  </a:ext>
                </a:extLst>
              </p14:cNvPr>
              <p14:cNvContentPartPr/>
              <p14:nvPr/>
            </p14:nvContentPartPr>
            <p14:xfrm>
              <a:off x="1197583" y="2090040"/>
              <a:ext cx="360" cy="360"/>
            </p14:xfrm>
          </p:contentPart>
        </mc:Choice>
        <mc:Fallback>
          <p:pic>
            <p:nvPicPr>
              <p:cNvPr id="34" name="Ink 33">
                <a:extLst>
                  <a:ext uri="{FF2B5EF4-FFF2-40B4-BE49-F238E27FC236}">
                    <a16:creationId xmlns:a16="http://schemas.microsoft.com/office/drawing/2014/main" id="{F35AE95C-B46E-F6AC-05E2-E69B8BB595C5}"/>
                  </a:ext>
                </a:extLst>
              </p:cNvPr>
              <p:cNvPicPr/>
              <p:nvPr/>
            </p:nvPicPr>
            <p:blipFill>
              <a:blip r:embed="rId34"/>
              <a:stretch>
                <a:fillRect/>
              </a:stretch>
            </p:blipFill>
            <p:spPr>
              <a:xfrm>
                <a:off x="1143583" y="19824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5" name="Ink 34">
                <a:extLst>
                  <a:ext uri="{FF2B5EF4-FFF2-40B4-BE49-F238E27FC236}">
                    <a16:creationId xmlns:a16="http://schemas.microsoft.com/office/drawing/2014/main" id="{23C5920E-7A4B-5CE1-42A0-E6AF505E2167}"/>
                  </a:ext>
                </a:extLst>
              </p14:cNvPr>
              <p14:cNvContentPartPr/>
              <p14:nvPr/>
            </p14:nvContentPartPr>
            <p14:xfrm>
              <a:off x="1197583" y="2090040"/>
              <a:ext cx="360" cy="360"/>
            </p14:xfrm>
          </p:contentPart>
        </mc:Choice>
        <mc:Fallback>
          <p:pic>
            <p:nvPicPr>
              <p:cNvPr id="35" name="Ink 34">
                <a:extLst>
                  <a:ext uri="{FF2B5EF4-FFF2-40B4-BE49-F238E27FC236}">
                    <a16:creationId xmlns:a16="http://schemas.microsoft.com/office/drawing/2014/main" id="{23C5920E-7A4B-5CE1-42A0-E6AF505E2167}"/>
                  </a:ext>
                </a:extLst>
              </p:cNvPr>
              <p:cNvPicPr/>
              <p:nvPr/>
            </p:nvPicPr>
            <p:blipFill>
              <a:blip r:embed="rId34"/>
              <a:stretch>
                <a:fillRect/>
              </a:stretch>
            </p:blipFill>
            <p:spPr>
              <a:xfrm>
                <a:off x="1143583" y="19824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6" name="Ink 35">
                <a:extLst>
                  <a:ext uri="{FF2B5EF4-FFF2-40B4-BE49-F238E27FC236}">
                    <a16:creationId xmlns:a16="http://schemas.microsoft.com/office/drawing/2014/main" id="{96490633-CFF3-C340-65CF-790EAD6ACBA5}"/>
                  </a:ext>
                </a:extLst>
              </p14:cNvPr>
              <p14:cNvContentPartPr/>
              <p14:nvPr/>
            </p14:nvContentPartPr>
            <p14:xfrm>
              <a:off x="1197583" y="1967280"/>
              <a:ext cx="1887120" cy="134640"/>
            </p14:xfrm>
          </p:contentPart>
        </mc:Choice>
        <mc:Fallback>
          <p:pic>
            <p:nvPicPr>
              <p:cNvPr id="36" name="Ink 35">
                <a:extLst>
                  <a:ext uri="{FF2B5EF4-FFF2-40B4-BE49-F238E27FC236}">
                    <a16:creationId xmlns:a16="http://schemas.microsoft.com/office/drawing/2014/main" id="{96490633-CFF3-C340-65CF-790EAD6ACBA5}"/>
                  </a:ext>
                </a:extLst>
              </p:cNvPr>
              <p:cNvPicPr/>
              <p:nvPr/>
            </p:nvPicPr>
            <p:blipFill>
              <a:blip r:embed="rId37"/>
              <a:stretch>
                <a:fillRect/>
              </a:stretch>
            </p:blipFill>
            <p:spPr>
              <a:xfrm>
                <a:off x="1143583" y="1859280"/>
                <a:ext cx="1994760" cy="3502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7" name="Ink 36">
                <a:extLst>
                  <a:ext uri="{FF2B5EF4-FFF2-40B4-BE49-F238E27FC236}">
                    <a16:creationId xmlns:a16="http://schemas.microsoft.com/office/drawing/2014/main" id="{F778D30F-ACA6-7FFD-6408-FFF195944092}"/>
                  </a:ext>
                </a:extLst>
              </p14:cNvPr>
              <p14:cNvContentPartPr/>
              <p14:nvPr/>
            </p14:nvContentPartPr>
            <p14:xfrm>
              <a:off x="1197583" y="1763160"/>
              <a:ext cx="3107520" cy="122040"/>
            </p14:xfrm>
          </p:contentPart>
        </mc:Choice>
        <mc:Fallback>
          <p:pic>
            <p:nvPicPr>
              <p:cNvPr id="37" name="Ink 36">
                <a:extLst>
                  <a:ext uri="{FF2B5EF4-FFF2-40B4-BE49-F238E27FC236}">
                    <a16:creationId xmlns:a16="http://schemas.microsoft.com/office/drawing/2014/main" id="{F778D30F-ACA6-7FFD-6408-FFF195944092}"/>
                  </a:ext>
                </a:extLst>
              </p:cNvPr>
              <p:cNvPicPr/>
              <p:nvPr/>
            </p:nvPicPr>
            <p:blipFill>
              <a:blip r:embed="rId39"/>
              <a:stretch>
                <a:fillRect/>
              </a:stretch>
            </p:blipFill>
            <p:spPr>
              <a:xfrm>
                <a:off x="1143583" y="1655160"/>
                <a:ext cx="3215160" cy="3376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8" name="Ink 37">
                <a:extLst>
                  <a:ext uri="{FF2B5EF4-FFF2-40B4-BE49-F238E27FC236}">
                    <a16:creationId xmlns:a16="http://schemas.microsoft.com/office/drawing/2014/main" id="{312B6B0F-2E2C-1323-F352-EB12ED5B8F18}"/>
                  </a:ext>
                </a:extLst>
              </p14:cNvPr>
              <p14:cNvContentPartPr/>
              <p14:nvPr/>
            </p14:nvContentPartPr>
            <p14:xfrm>
              <a:off x="751183" y="1882680"/>
              <a:ext cx="1632240" cy="1354320"/>
            </p14:xfrm>
          </p:contentPart>
        </mc:Choice>
        <mc:Fallback>
          <p:pic>
            <p:nvPicPr>
              <p:cNvPr id="38" name="Ink 37">
                <a:extLst>
                  <a:ext uri="{FF2B5EF4-FFF2-40B4-BE49-F238E27FC236}">
                    <a16:creationId xmlns:a16="http://schemas.microsoft.com/office/drawing/2014/main" id="{312B6B0F-2E2C-1323-F352-EB12ED5B8F18}"/>
                  </a:ext>
                </a:extLst>
              </p:cNvPr>
              <p:cNvPicPr/>
              <p:nvPr/>
            </p:nvPicPr>
            <p:blipFill>
              <a:blip r:embed="rId41"/>
              <a:stretch>
                <a:fillRect/>
              </a:stretch>
            </p:blipFill>
            <p:spPr>
              <a:xfrm>
                <a:off x="661183" y="1703040"/>
                <a:ext cx="1811880" cy="17139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7" name="Ink 46">
                <a:extLst>
                  <a:ext uri="{FF2B5EF4-FFF2-40B4-BE49-F238E27FC236}">
                    <a16:creationId xmlns:a16="http://schemas.microsoft.com/office/drawing/2014/main" id="{4F8AFB41-2758-6CB3-3459-E1191431A919}"/>
                  </a:ext>
                </a:extLst>
              </p14:cNvPr>
              <p14:cNvContentPartPr/>
              <p14:nvPr/>
            </p14:nvContentPartPr>
            <p14:xfrm>
              <a:off x="1249063" y="1532760"/>
              <a:ext cx="144360" cy="168840"/>
            </p14:xfrm>
          </p:contentPart>
        </mc:Choice>
        <mc:Fallback>
          <p:pic>
            <p:nvPicPr>
              <p:cNvPr id="47" name="Ink 46">
                <a:extLst>
                  <a:ext uri="{FF2B5EF4-FFF2-40B4-BE49-F238E27FC236}">
                    <a16:creationId xmlns:a16="http://schemas.microsoft.com/office/drawing/2014/main" id="{4F8AFB41-2758-6CB3-3459-E1191431A919}"/>
                  </a:ext>
                </a:extLst>
              </p:cNvPr>
              <p:cNvPicPr/>
              <p:nvPr/>
            </p:nvPicPr>
            <p:blipFill>
              <a:blip r:embed="rId43"/>
              <a:stretch>
                <a:fillRect/>
              </a:stretch>
            </p:blipFill>
            <p:spPr>
              <a:xfrm>
                <a:off x="1186423" y="1469760"/>
                <a:ext cx="27000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8" name="Ink 47">
                <a:extLst>
                  <a:ext uri="{FF2B5EF4-FFF2-40B4-BE49-F238E27FC236}">
                    <a16:creationId xmlns:a16="http://schemas.microsoft.com/office/drawing/2014/main" id="{2FCE4030-94A0-F7AB-4B7A-72FE0F5839FC}"/>
                  </a:ext>
                </a:extLst>
              </p14:cNvPr>
              <p14:cNvContentPartPr/>
              <p14:nvPr/>
            </p14:nvContentPartPr>
            <p14:xfrm>
              <a:off x="1132063" y="1758480"/>
              <a:ext cx="360360" cy="170640"/>
            </p14:xfrm>
          </p:contentPart>
        </mc:Choice>
        <mc:Fallback>
          <p:pic>
            <p:nvPicPr>
              <p:cNvPr id="48" name="Ink 47">
                <a:extLst>
                  <a:ext uri="{FF2B5EF4-FFF2-40B4-BE49-F238E27FC236}">
                    <a16:creationId xmlns:a16="http://schemas.microsoft.com/office/drawing/2014/main" id="{2FCE4030-94A0-F7AB-4B7A-72FE0F5839FC}"/>
                  </a:ext>
                </a:extLst>
              </p:cNvPr>
              <p:cNvPicPr/>
              <p:nvPr/>
            </p:nvPicPr>
            <p:blipFill>
              <a:blip r:embed="rId45"/>
              <a:stretch>
                <a:fillRect/>
              </a:stretch>
            </p:blipFill>
            <p:spPr>
              <a:xfrm>
                <a:off x="1069063" y="1695840"/>
                <a:ext cx="48600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9" name="Ink 48">
                <a:extLst>
                  <a:ext uri="{FF2B5EF4-FFF2-40B4-BE49-F238E27FC236}">
                    <a16:creationId xmlns:a16="http://schemas.microsoft.com/office/drawing/2014/main" id="{1C13D5FD-75F2-DA2A-B7A1-5BDF329A422F}"/>
                  </a:ext>
                </a:extLst>
              </p14:cNvPr>
              <p14:cNvContentPartPr/>
              <p14:nvPr/>
            </p14:nvContentPartPr>
            <p14:xfrm>
              <a:off x="2698783" y="1565880"/>
              <a:ext cx="819720" cy="503280"/>
            </p14:xfrm>
          </p:contentPart>
        </mc:Choice>
        <mc:Fallback>
          <p:pic>
            <p:nvPicPr>
              <p:cNvPr id="49" name="Ink 48">
                <a:extLst>
                  <a:ext uri="{FF2B5EF4-FFF2-40B4-BE49-F238E27FC236}">
                    <a16:creationId xmlns:a16="http://schemas.microsoft.com/office/drawing/2014/main" id="{1C13D5FD-75F2-DA2A-B7A1-5BDF329A422F}"/>
                  </a:ext>
                </a:extLst>
              </p:cNvPr>
              <p:cNvPicPr/>
              <p:nvPr/>
            </p:nvPicPr>
            <p:blipFill>
              <a:blip r:embed="rId47"/>
              <a:stretch>
                <a:fillRect/>
              </a:stretch>
            </p:blipFill>
            <p:spPr>
              <a:xfrm>
                <a:off x="2635783" y="1502880"/>
                <a:ext cx="945360" cy="6289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51" name="Ink 50">
                <a:extLst>
                  <a:ext uri="{FF2B5EF4-FFF2-40B4-BE49-F238E27FC236}">
                    <a16:creationId xmlns:a16="http://schemas.microsoft.com/office/drawing/2014/main" id="{EFB3C453-6D02-A7AD-5EFD-6409AE7406B7}"/>
                  </a:ext>
                </a:extLst>
              </p14:cNvPr>
              <p14:cNvContentPartPr/>
              <p14:nvPr/>
            </p14:nvContentPartPr>
            <p14:xfrm>
              <a:off x="827143" y="2144400"/>
              <a:ext cx="718920" cy="109080"/>
            </p14:xfrm>
          </p:contentPart>
        </mc:Choice>
        <mc:Fallback>
          <p:pic>
            <p:nvPicPr>
              <p:cNvPr id="51" name="Ink 50">
                <a:extLst>
                  <a:ext uri="{FF2B5EF4-FFF2-40B4-BE49-F238E27FC236}">
                    <a16:creationId xmlns:a16="http://schemas.microsoft.com/office/drawing/2014/main" id="{EFB3C453-6D02-A7AD-5EFD-6409AE7406B7}"/>
                  </a:ext>
                </a:extLst>
              </p:cNvPr>
              <p:cNvPicPr/>
              <p:nvPr/>
            </p:nvPicPr>
            <p:blipFill>
              <a:blip r:embed="rId49"/>
              <a:stretch>
                <a:fillRect/>
              </a:stretch>
            </p:blipFill>
            <p:spPr>
              <a:xfrm>
                <a:off x="764503" y="2081760"/>
                <a:ext cx="84456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2" name="Ink 51">
                <a:extLst>
                  <a:ext uri="{FF2B5EF4-FFF2-40B4-BE49-F238E27FC236}">
                    <a16:creationId xmlns:a16="http://schemas.microsoft.com/office/drawing/2014/main" id="{8638DBAD-63DC-9DA0-325D-03F29DEAAEBD}"/>
                  </a:ext>
                </a:extLst>
              </p14:cNvPr>
              <p14:cNvContentPartPr/>
              <p14:nvPr/>
            </p14:nvContentPartPr>
            <p14:xfrm>
              <a:off x="532303" y="2037120"/>
              <a:ext cx="1681920" cy="815760"/>
            </p14:xfrm>
          </p:contentPart>
        </mc:Choice>
        <mc:Fallback>
          <p:pic>
            <p:nvPicPr>
              <p:cNvPr id="52" name="Ink 51">
                <a:extLst>
                  <a:ext uri="{FF2B5EF4-FFF2-40B4-BE49-F238E27FC236}">
                    <a16:creationId xmlns:a16="http://schemas.microsoft.com/office/drawing/2014/main" id="{8638DBAD-63DC-9DA0-325D-03F29DEAAEBD}"/>
                  </a:ext>
                </a:extLst>
              </p:cNvPr>
              <p:cNvPicPr/>
              <p:nvPr/>
            </p:nvPicPr>
            <p:blipFill>
              <a:blip r:embed="rId51"/>
              <a:stretch>
                <a:fillRect/>
              </a:stretch>
            </p:blipFill>
            <p:spPr>
              <a:xfrm>
                <a:off x="469663" y="1974120"/>
                <a:ext cx="1807560" cy="9414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4" name="Ink 53">
                <a:extLst>
                  <a:ext uri="{FF2B5EF4-FFF2-40B4-BE49-F238E27FC236}">
                    <a16:creationId xmlns:a16="http://schemas.microsoft.com/office/drawing/2014/main" id="{AC0A2617-5166-0F62-1E19-2387D7FD0548}"/>
                  </a:ext>
                </a:extLst>
              </p14:cNvPr>
              <p14:cNvContentPartPr/>
              <p14:nvPr/>
            </p14:nvContentPartPr>
            <p14:xfrm>
              <a:off x="1730743" y="1872240"/>
              <a:ext cx="805680" cy="10800"/>
            </p14:xfrm>
          </p:contentPart>
        </mc:Choice>
        <mc:Fallback>
          <p:pic>
            <p:nvPicPr>
              <p:cNvPr id="54" name="Ink 53">
                <a:extLst>
                  <a:ext uri="{FF2B5EF4-FFF2-40B4-BE49-F238E27FC236}">
                    <a16:creationId xmlns:a16="http://schemas.microsoft.com/office/drawing/2014/main" id="{AC0A2617-5166-0F62-1E19-2387D7FD0548}"/>
                  </a:ext>
                </a:extLst>
              </p:cNvPr>
              <p:cNvPicPr/>
              <p:nvPr/>
            </p:nvPicPr>
            <p:blipFill>
              <a:blip r:embed="rId53"/>
              <a:stretch>
                <a:fillRect/>
              </a:stretch>
            </p:blipFill>
            <p:spPr>
              <a:xfrm>
                <a:off x="1667743" y="1809600"/>
                <a:ext cx="93132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5" name="Ink 54">
                <a:extLst>
                  <a:ext uri="{FF2B5EF4-FFF2-40B4-BE49-F238E27FC236}">
                    <a16:creationId xmlns:a16="http://schemas.microsoft.com/office/drawing/2014/main" id="{1F99778E-C6C3-5E3E-7F6A-F41CF75187FC}"/>
                  </a:ext>
                </a:extLst>
              </p14:cNvPr>
              <p14:cNvContentPartPr/>
              <p14:nvPr/>
            </p14:nvContentPartPr>
            <p14:xfrm>
              <a:off x="2686903" y="1839480"/>
              <a:ext cx="263160" cy="298440"/>
            </p14:xfrm>
          </p:contentPart>
        </mc:Choice>
        <mc:Fallback>
          <p:pic>
            <p:nvPicPr>
              <p:cNvPr id="55" name="Ink 54">
                <a:extLst>
                  <a:ext uri="{FF2B5EF4-FFF2-40B4-BE49-F238E27FC236}">
                    <a16:creationId xmlns:a16="http://schemas.microsoft.com/office/drawing/2014/main" id="{1F99778E-C6C3-5E3E-7F6A-F41CF75187FC}"/>
                  </a:ext>
                </a:extLst>
              </p:cNvPr>
              <p:cNvPicPr/>
              <p:nvPr/>
            </p:nvPicPr>
            <p:blipFill>
              <a:blip r:embed="rId55"/>
              <a:stretch>
                <a:fillRect/>
              </a:stretch>
            </p:blipFill>
            <p:spPr>
              <a:xfrm>
                <a:off x="2624263" y="1776840"/>
                <a:ext cx="388800" cy="4240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7" name="Ink 56">
                <a:extLst>
                  <a:ext uri="{FF2B5EF4-FFF2-40B4-BE49-F238E27FC236}">
                    <a16:creationId xmlns:a16="http://schemas.microsoft.com/office/drawing/2014/main" id="{E194116C-4B81-E838-3C2F-8A243BDCBA18}"/>
                  </a:ext>
                </a:extLst>
              </p14:cNvPr>
              <p14:cNvContentPartPr/>
              <p14:nvPr/>
            </p14:nvContentPartPr>
            <p14:xfrm>
              <a:off x="2710303" y="1497840"/>
              <a:ext cx="2991600" cy="340560"/>
            </p14:xfrm>
          </p:contentPart>
        </mc:Choice>
        <mc:Fallback>
          <p:pic>
            <p:nvPicPr>
              <p:cNvPr id="57" name="Ink 56">
                <a:extLst>
                  <a:ext uri="{FF2B5EF4-FFF2-40B4-BE49-F238E27FC236}">
                    <a16:creationId xmlns:a16="http://schemas.microsoft.com/office/drawing/2014/main" id="{E194116C-4B81-E838-3C2F-8A243BDCBA18}"/>
                  </a:ext>
                </a:extLst>
              </p:cNvPr>
              <p:cNvPicPr/>
              <p:nvPr/>
            </p:nvPicPr>
            <p:blipFill>
              <a:blip r:embed="rId57"/>
              <a:stretch>
                <a:fillRect/>
              </a:stretch>
            </p:blipFill>
            <p:spPr>
              <a:xfrm>
                <a:off x="2647303" y="1434840"/>
                <a:ext cx="3117240" cy="4662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9" name="Ink 58">
                <a:extLst>
                  <a:ext uri="{FF2B5EF4-FFF2-40B4-BE49-F238E27FC236}">
                    <a16:creationId xmlns:a16="http://schemas.microsoft.com/office/drawing/2014/main" id="{D8075FBA-A874-1287-E14A-BD403213DFF5}"/>
                  </a:ext>
                </a:extLst>
              </p14:cNvPr>
              <p14:cNvContentPartPr/>
              <p14:nvPr/>
            </p14:nvContentPartPr>
            <p14:xfrm>
              <a:off x="4604263" y="1926600"/>
              <a:ext cx="720" cy="392400"/>
            </p14:xfrm>
          </p:contentPart>
        </mc:Choice>
        <mc:Fallback>
          <p:pic>
            <p:nvPicPr>
              <p:cNvPr id="59" name="Ink 58">
                <a:extLst>
                  <a:ext uri="{FF2B5EF4-FFF2-40B4-BE49-F238E27FC236}">
                    <a16:creationId xmlns:a16="http://schemas.microsoft.com/office/drawing/2014/main" id="{D8075FBA-A874-1287-E14A-BD403213DFF5}"/>
                  </a:ext>
                </a:extLst>
              </p:cNvPr>
              <p:cNvPicPr/>
              <p:nvPr/>
            </p:nvPicPr>
            <p:blipFill>
              <a:blip r:embed="rId59"/>
              <a:stretch>
                <a:fillRect/>
              </a:stretch>
            </p:blipFill>
            <p:spPr>
              <a:xfrm>
                <a:off x="4478263" y="1863600"/>
                <a:ext cx="252000" cy="5180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0" name="Ink 59">
                <a:extLst>
                  <a:ext uri="{FF2B5EF4-FFF2-40B4-BE49-F238E27FC236}">
                    <a16:creationId xmlns:a16="http://schemas.microsoft.com/office/drawing/2014/main" id="{436454BA-7A7A-928D-C714-EF90F916C7BA}"/>
                  </a:ext>
                </a:extLst>
              </p14:cNvPr>
              <p14:cNvContentPartPr/>
              <p14:nvPr/>
            </p14:nvContentPartPr>
            <p14:xfrm>
              <a:off x="2264983" y="1783320"/>
              <a:ext cx="2437920" cy="557280"/>
            </p14:xfrm>
          </p:contentPart>
        </mc:Choice>
        <mc:Fallback>
          <p:pic>
            <p:nvPicPr>
              <p:cNvPr id="60" name="Ink 59">
                <a:extLst>
                  <a:ext uri="{FF2B5EF4-FFF2-40B4-BE49-F238E27FC236}">
                    <a16:creationId xmlns:a16="http://schemas.microsoft.com/office/drawing/2014/main" id="{436454BA-7A7A-928D-C714-EF90F916C7BA}"/>
                  </a:ext>
                </a:extLst>
              </p:cNvPr>
              <p:cNvPicPr/>
              <p:nvPr/>
            </p:nvPicPr>
            <p:blipFill>
              <a:blip r:embed="rId61"/>
              <a:stretch>
                <a:fillRect/>
              </a:stretch>
            </p:blipFill>
            <p:spPr>
              <a:xfrm>
                <a:off x="2202343" y="1720320"/>
                <a:ext cx="2563560" cy="682920"/>
              </a:xfrm>
              <a:prstGeom prst="rect">
                <a:avLst/>
              </a:prstGeom>
            </p:spPr>
          </p:pic>
        </mc:Fallback>
      </mc:AlternateContent>
      <p:pic>
        <p:nvPicPr>
          <p:cNvPr id="65" name="Content Placeholder 64">
            <a:extLst>
              <a:ext uri="{FF2B5EF4-FFF2-40B4-BE49-F238E27FC236}">
                <a16:creationId xmlns:a16="http://schemas.microsoft.com/office/drawing/2014/main" id="{D3044951-D664-6590-65D0-12906AE9218A}"/>
              </a:ext>
            </a:extLst>
          </p:cNvPr>
          <p:cNvPicPr>
            <a:picLocks noGrp="1" noChangeAspect="1"/>
          </p:cNvPicPr>
          <p:nvPr>
            <p:ph idx="1"/>
          </p:nvPr>
        </p:nvPicPr>
        <p:blipFill>
          <a:blip r:embed="rId62">
            <a:extLst>
              <a:ext uri="{28A0092B-C50C-407E-A947-70E740481C1C}">
                <a14:useLocalDpi xmlns:a14="http://schemas.microsoft.com/office/drawing/2010/main" val="0"/>
              </a:ext>
            </a:extLst>
          </a:blip>
          <a:stretch>
            <a:fillRect/>
          </a:stretch>
        </p:blipFill>
        <p:spPr>
          <a:xfrm>
            <a:off x="195943" y="489856"/>
            <a:ext cx="8751754" cy="6139543"/>
          </a:xfrm>
        </p:spPr>
      </p:pic>
      <mc:AlternateContent xmlns:mc="http://schemas.openxmlformats.org/markup-compatibility/2006">
        <mc:Choice xmlns:p14="http://schemas.microsoft.com/office/powerpoint/2010/main" Requires="p14">
          <p:contentPart p14:bwMode="auto" r:id="rId63">
            <p14:nvContentPartPr>
              <p14:cNvPr id="66" name="Ink 65">
                <a:extLst>
                  <a:ext uri="{FF2B5EF4-FFF2-40B4-BE49-F238E27FC236}">
                    <a16:creationId xmlns:a16="http://schemas.microsoft.com/office/drawing/2014/main" id="{11ACDEF2-638D-303B-16B2-AF5119271A0B}"/>
                  </a:ext>
                </a:extLst>
              </p14:cNvPr>
              <p14:cNvContentPartPr/>
              <p14:nvPr/>
            </p14:nvContentPartPr>
            <p14:xfrm>
              <a:off x="10057903" y="2405400"/>
              <a:ext cx="360" cy="360"/>
            </p14:xfrm>
          </p:contentPart>
        </mc:Choice>
        <mc:Fallback>
          <p:pic>
            <p:nvPicPr>
              <p:cNvPr id="66" name="Ink 65">
                <a:extLst>
                  <a:ext uri="{FF2B5EF4-FFF2-40B4-BE49-F238E27FC236}">
                    <a16:creationId xmlns:a16="http://schemas.microsoft.com/office/drawing/2014/main" id="{11ACDEF2-638D-303B-16B2-AF5119271A0B}"/>
                  </a:ext>
                </a:extLst>
              </p:cNvPr>
              <p:cNvPicPr/>
              <p:nvPr/>
            </p:nvPicPr>
            <p:blipFill>
              <a:blip r:embed="rId64"/>
              <a:stretch>
                <a:fillRect/>
              </a:stretch>
            </p:blipFill>
            <p:spPr>
              <a:xfrm>
                <a:off x="9995263" y="234276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67" name="Ink 66">
                <a:extLst>
                  <a:ext uri="{FF2B5EF4-FFF2-40B4-BE49-F238E27FC236}">
                    <a16:creationId xmlns:a16="http://schemas.microsoft.com/office/drawing/2014/main" id="{92F3B6F0-0BF5-72DB-F8B4-F3A2BF399C0C}"/>
                  </a:ext>
                </a:extLst>
              </p14:cNvPr>
              <p14:cNvContentPartPr/>
              <p14:nvPr/>
            </p14:nvContentPartPr>
            <p14:xfrm>
              <a:off x="5981263" y="2501880"/>
              <a:ext cx="82440" cy="45360"/>
            </p14:xfrm>
          </p:contentPart>
        </mc:Choice>
        <mc:Fallback>
          <p:pic>
            <p:nvPicPr>
              <p:cNvPr id="67" name="Ink 66">
                <a:extLst>
                  <a:ext uri="{FF2B5EF4-FFF2-40B4-BE49-F238E27FC236}">
                    <a16:creationId xmlns:a16="http://schemas.microsoft.com/office/drawing/2014/main" id="{92F3B6F0-0BF5-72DB-F8B4-F3A2BF399C0C}"/>
                  </a:ext>
                </a:extLst>
              </p:cNvPr>
              <p:cNvPicPr/>
              <p:nvPr/>
            </p:nvPicPr>
            <p:blipFill>
              <a:blip r:embed="rId66"/>
              <a:stretch>
                <a:fillRect/>
              </a:stretch>
            </p:blipFill>
            <p:spPr>
              <a:xfrm>
                <a:off x="5918623" y="2439240"/>
                <a:ext cx="20808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69" name="Ink 68">
                <a:extLst>
                  <a:ext uri="{FF2B5EF4-FFF2-40B4-BE49-F238E27FC236}">
                    <a16:creationId xmlns:a16="http://schemas.microsoft.com/office/drawing/2014/main" id="{1E6A1623-18D7-99EF-4E64-19720542B4C2}"/>
                  </a:ext>
                </a:extLst>
              </p14:cNvPr>
              <p14:cNvContentPartPr/>
              <p14:nvPr/>
            </p14:nvContentPartPr>
            <p14:xfrm>
              <a:off x="5997823" y="1600080"/>
              <a:ext cx="54720" cy="936360"/>
            </p14:xfrm>
          </p:contentPart>
        </mc:Choice>
        <mc:Fallback>
          <p:pic>
            <p:nvPicPr>
              <p:cNvPr id="69" name="Ink 68">
                <a:extLst>
                  <a:ext uri="{FF2B5EF4-FFF2-40B4-BE49-F238E27FC236}">
                    <a16:creationId xmlns:a16="http://schemas.microsoft.com/office/drawing/2014/main" id="{1E6A1623-18D7-99EF-4E64-19720542B4C2}"/>
                  </a:ext>
                </a:extLst>
              </p:cNvPr>
              <p:cNvPicPr/>
              <p:nvPr/>
            </p:nvPicPr>
            <p:blipFill>
              <a:blip r:embed="rId68"/>
              <a:stretch>
                <a:fillRect/>
              </a:stretch>
            </p:blipFill>
            <p:spPr>
              <a:xfrm>
                <a:off x="5934823" y="1537440"/>
                <a:ext cx="180360" cy="106200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71" name="Ink 70">
                <a:extLst>
                  <a:ext uri="{FF2B5EF4-FFF2-40B4-BE49-F238E27FC236}">
                    <a16:creationId xmlns:a16="http://schemas.microsoft.com/office/drawing/2014/main" id="{05A2C131-91EB-90B9-CA2F-76AB220EC225}"/>
                  </a:ext>
                </a:extLst>
              </p14:cNvPr>
              <p14:cNvContentPartPr/>
              <p14:nvPr/>
            </p14:nvContentPartPr>
            <p14:xfrm>
              <a:off x="6163063" y="1621680"/>
              <a:ext cx="923760" cy="62280"/>
            </p14:xfrm>
          </p:contentPart>
        </mc:Choice>
        <mc:Fallback>
          <p:pic>
            <p:nvPicPr>
              <p:cNvPr id="71" name="Ink 70">
                <a:extLst>
                  <a:ext uri="{FF2B5EF4-FFF2-40B4-BE49-F238E27FC236}">
                    <a16:creationId xmlns:a16="http://schemas.microsoft.com/office/drawing/2014/main" id="{05A2C131-91EB-90B9-CA2F-76AB220EC225}"/>
                  </a:ext>
                </a:extLst>
              </p:cNvPr>
              <p:cNvPicPr/>
              <p:nvPr/>
            </p:nvPicPr>
            <p:blipFill>
              <a:blip r:embed="rId70"/>
              <a:stretch>
                <a:fillRect/>
              </a:stretch>
            </p:blipFill>
            <p:spPr>
              <a:xfrm>
                <a:off x="6100063" y="1559040"/>
                <a:ext cx="104940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72" name="Ink 71">
                <a:extLst>
                  <a:ext uri="{FF2B5EF4-FFF2-40B4-BE49-F238E27FC236}">
                    <a16:creationId xmlns:a16="http://schemas.microsoft.com/office/drawing/2014/main" id="{12B6F617-BE73-9085-0001-81E72E201B77}"/>
                  </a:ext>
                </a:extLst>
              </p14:cNvPr>
              <p14:cNvContentPartPr/>
              <p14:nvPr/>
            </p14:nvContentPartPr>
            <p14:xfrm>
              <a:off x="7009783" y="1578480"/>
              <a:ext cx="16200" cy="81000"/>
            </p14:xfrm>
          </p:contentPart>
        </mc:Choice>
        <mc:Fallback>
          <p:pic>
            <p:nvPicPr>
              <p:cNvPr id="72" name="Ink 71">
                <a:extLst>
                  <a:ext uri="{FF2B5EF4-FFF2-40B4-BE49-F238E27FC236}">
                    <a16:creationId xmlns:a16="http://schemas.microsoft.com/office/drawing/2014/main" id="{12B6F617-BE73-9085-0001-81E72E201B77}"/>
                  </a:ext>
                </a:extLst>
              </p:cNvPr>
              <p:cNvPicPr/>
              <p:nvPr/>
            </p:nvPicPr>
            <p:blipFill>
              <a:blip r:embed="rId72"/>
              <a:stretch>
                <a:fillRect/>
              </a:stretch>
            </p:blipFill>
            <p:spPr>
              <a:xfrm>
                <a:off x="6947143" y="1515840"/>
                <a:ext cx="141840" cy="20664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73" name="Ink 72">
                <a:extLst>
                  <a:ext uri="{FF2B5EF4-FFF2-40B4-BE49-F238E27FC236}">
                    <a16:creationId xmlns:a16="http://schemas.microsoft.com/office/drawing/2014/main" id="{DDBC09A3-3468-65E6-60D2-EAFC30F3944E}"/>
                  </a:ext>
                </a:extLst>
              </p14:cNvPr>
              <p14:cNvContentPartPr/>
              <p14:nvPr/>
            </p14:nvContentPartPr>
            <p14:xfrm>
              <a:off x="6966583" y="1591440"/>
              <a:ext cx="23400" cy="19440"/>
            </p14:xfrm>
          </p:contentPart>
        </mc:Choice>
        <mc:Fallback>
          <p:pic>
            <p:nvPicPr>
              <p:cNvPr id="73" name="Ink 72">
                <a:extLst>
                  <a:ext uri="{FF2B5EF4-FFF2-40B4-BE49-F238E27FC236}">
                    <a16:creationId xmlns:a16="http://schemas.microsoft.com/office/drawing/2014/main" id="{DDBC09A3-3468-65E6-60D2-EAFC30F3944E}"/>
                  </a:ext>
                </a:extLst>
              </p:cNvPr>
              <p:cNvPicPr/>
              <p:nvPr/>
            </p:nvPicPr>
            <p:blipFill>
              <a:blip r:embed="rId74"/>
              <a:stretch>
                <a:fillRect/>
              </a:stretch>
            </p:blipFill>
            <p:spPr>
              <a:xfrm>
                <a:off x="6903943" y="1528800"/>
                <a:ext cx="149040" cy="145080"/>
              </a:xfrm>
              <a:prstGeom prst="rect">
                <a:avLst/>
              </a:prstGeom>
            </p:spPr>
          </p:pic>
        </mc:Fallback>
      </mc:AlternateContent>
      <p:grpSp>
        <p:nvGrpSpPr>
          <p:cNvPr id="76" name="Group 75">
            <a:extLst>
              <a:ext uri="{FF2B5EF4-FFF2-40B4-BE49-F238E27FC236}">
                <a16:creationId xmlns:a16="http://schemas.microsoft.com/office/drawing/2014/main" id="{9012A5D8-FBA3-5EC9-D844-AD24EFBF00E7}"/>
              </a:ext>
            </a:extLst>
          </p:cNvPr>
          <p:cNvGrpSpPr/>
          <p:nvPr/>
        </p:nvGrpSpPr>
        <p:grpSpPr>
          <a:xfrm>
            <a:off x="6980263" y="1560480"/>
            <a:ext cx="110160" cy="119520"/>
            <a:chOff x="6980263" y="1560480"/>
            <a:chExt cx="110160" cy="119520"/>
          </a:xfrm>
        </p:grpSpPr>
        <mc:AlternateContent xmlns:mc="http://schemas.openxmlformats.org/markup-compatibility/2006">
          <mc:Choice xmlns:p14="http://schemas.microsoft.com/office/powerpoint/2010/main" Requires="p14">
            <p:contentPart p14:bwMode="auto" r:id="rId75">
              <p14:nvContentPartPr>
                <p14:cNvPr id="74" name="Ink 73">
                  <a:extLst>
                    <a:ext uri="{FF2B5EF4-FFF2-40B4-BE49-F238E27FC236}">
                      <a16:creationId xmlns:a16="http://schemas.microsoft.com/office/drawing/2014/main" id="{4FD663A9-4D5C-5DDA-6A6C-FC2F2A5106DE}"/>
                    </a:ext>
                  </a:extLst>
                </p14:cNvPr>
                <p14:cNvContentPartPr/>
                <p14:nvPr/>
              </p14:nvContentPartPr>
              <p14:xfrm>
                <a:off x="6981703" y="1560480"/>
                <a:ext cx="108720" cy="119520"/>
              </p14:xfrm>
            </p:contentPart>
          </mc:Choice>
          <mc:Fallback>
            <p:pic>
              <p:nvPicPr>
                <p:cNvPr id="74" name="Ink 73">
                  <a:extLst>
                    <a:ext uri="{FF2B5EF4-FFF2-40B4-BE49-F238E27FC236}">
                      <a16:creationId xmlns:a16="http://schemas.microsoft.com/office/drawing/2014/main" id="{4FD663A9-4D5C-5DDA-6A6C-FC2F2A5106DE}"/>
                    </a:ext>
                  </a:extLst>
                </p:cNvPr>
                <p:cNvPicPr/>
                <p:nvPr/>
              </p:nvPicPr>
              <p:blipFill>
                <a:blip r:embed="rId76"/>
                <a:stretch>
                  <a:fillRect/>
                </a:stretch>
              </p:blipFill>
              <p:spPr>
                <a:xfrm>
                  <a:off x="6918703" y="1497840"/>
                  <a:ext cx="23436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75" name="Ink 74">
                  <a:extLst>
                    <a:ext uri="{FF2B5EF4-FFF2-40B4-BE49-F238E27FC236}">
                      <a16:creationId xmlns:a16="http://schemas.microsoft.com/office/drawing/2014/main" id="{031B675F-870F-6F1D-BC81-4D96D24A1C68}"/>
                    </a:ext>
                  </a:extLst>
                </p14:cNvPr>
                <p14:cNvContentPartPr/>
                <p14:nvPr/>
              </p14:nvContentPartPr>
              <p14:xfrm>
                <a:off x="6980263" y="1643280"/>
                <a:ext cx="62640" cy="360"/>
              </p14:xfrm>
            </p:contentPart>
          </mc:Choice>
          <mc:Fallback>
            <p:pic>
              <p:nvPicPr>
                <p:cNvPr id="75" name="Ink 74">
                  <a:extLst>
                    <a:ext uri="{FF2B5EF4-FFF2-40B4-BE49-F238E27FC236}">
                      <a16:creationId xmlns:a16="http://schemas.microsoft.com/office/drawing/2014/main" id="{031B675F-870F-6F1D-BC81-4D96D24A1C68}"/>
                    </a:ext>
                  </a:extLst>
                </p:cNvPr>
                <p:cNvPicPr/>
                <p:nvPr/>
              </p:nvPicPr>
              <p:blipFill>
                <a:blip r:embed="rId78"/>
                <a:stretch>
                  <a:fillRect/>
                </a:stretch>
              </p:blipFill>
              <p:spPr>
                <a:xfrm>
                  <a:off x="6917263" y="1580640"/>
                  <a:ext cx="188280" cy="12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9">
            <p14:nvContentPartPr>
              <p14:cNvPr id="77" name="Ink 76">
                <a:extLst>
                  <a:ext uri="{FF2B5EF4-FFF2-40B4-BE49-F238E27FC236}">
                    <a16:creationId xmlns:a16="http://schemas.microsoft.com/office/drawing/2014/main" id="{58B3C5AB-7E2E-8BD7-9879-2867BCD4C03F}"/>
                  </a:ext>
                </a:extLst>
              </p14:cNvPr>
              <p14:cNvContentPartPr/>
              <p14:nvPr/>
            </p14:nvContentPartPr>
            <p14:xfrm>
              <a:off x="6001423" y="2502600"/>
              <a:ext cx="57240" cy="34200"/>
            </p14:xfrm>
          </p:contentPart>
        </mc:Choice>
        <mc:Fallback>
          <p:pic>
            <p:nvPicPr>
              <p:cNvPr id="77" name="Ink 76">
                <a:extLst>
                  <a:ext uri="{FF2B5EF4-FFF2-40B4-BE49-F238E27FC236}">
                    <a16:creationId xmlns:a16="http://schemas.microsoft.com/office/drawing/2014/main" id="{58B3C5AB-7E2E-8BD7-9879-2867BCD4C03F}"/>
                  </a:ext>
                </a:extLst>
              </p:cNvPr>
              <p:cNvPicPr/>
              <p:nvPr/>
            </p:nvPicPr>
            <p:blipFill>
              <a:blip r:embed="rId80"/>
              <a:stretch>
                <a:fillRect/>
              </a:stretch>
            </p:blipFill>
            <p:spPr>
              <a:xfrm>
                <a:off x="5938423" y="2439600"/>
                <a:ext cx="18288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78" name="Ink 77">
                <a:extLst>
                  <a:ext uri="{FF2B5EF4-FFF2-40B4-BE49-F238E27FC236}">
                    <a16:creationId xmlns:a16="http://schemas.microsoft.com/office/drawing/2014/main" id="{337D9043-E85F-DCA9-40B1-DBC01E3FE972}"/>
                  </a:ext>
                </a:extLst>
              </p14:cNvPr>
              <p14:cNvContentPartPr/>
              <p14:nvPr/>
            </p14:nvContentPartPr>
            <p14:xfrm>
              <a:off x="5995303" y="2482080"/>
              <a:ext cx="12600" cy="44640"/>
            </p14:xfrm>
          </p:contentPart>
        </mc:Choice>
        <mc:Fallback>
          <p:pic>
            <p:nvPicPr>
              <p:cNvPr id="78" name="Ink 77">
                <a:extLst>
                  <a:ext uri="{FF2B5EF4-FFF2-40B4-BE49-F238E27FC236}">
                    <a16:creationId xmlns:a16="http://schemas.microsoft.com/office/drawing/2014/main" id="{337D9043-E85F-DCA9-40B1-DBC01E3FE972}"/>
                  </a:ext>
                </a:extLst>
              </p:cNvPr>
              <p:cNvPicPr/>
              <p:nvPr/>
            </p:nvPicPr>
            <p:blipFill>
              <a:blip r:embed="rId82"/>
              <a:stretch>
                <a:fillRect/>
              </a:stretch>
            </p:blipFill>
            <p:spPr>
              <a:xfrm>
                <a:off x="5932303" y="2419080"/>
                <a:ext cx="138240" cy="170280"/>
              </a:xfrm>
              <a:prstGeom prst="rect">
                <a:avLst/>
              </a:prstGeom>
            </p:spPr>
          </p:pic>
        </mc:Fallback>
      </mc:AlternateContent>
    </p:spTree>
    <p:extLst>
      <p:ext uri="{BB962C8B-B14F-4D97-AF65-F5344CB8AC3E}">
        <p14:creationId xmlns:p14="http://schemas.microsoft.com/office/powerpoint/2010/main" val="3123949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97E23-246B-1C06-B9BE-B295F4CC8437}"/>
              </a:ext>
            </a:extLst>
          </p:cNvPr>
          <p:cNvSpPr>
            <a:spLocks noGrp="1"/>
          </p:cNvSpPr>
          <p:nvPr>
            <p:ph type="title"/>
          </p:nvPr>
        </p:nvSpPr>
        <p:spPr>
          <a:xfrm>
            <a:off x="628650" y="201839"/>
            <a:ext cx="7886700" cy="451303"/>
          </a:xfrm>
        </p:spPr>
        <p:txBody>
          <a:bodyPr>
            <a:noAutofit/>
          </a:bodyPr>
          <a:lstStyle/>
          <a:p>
            <a:pPr algn="ctr"/>
            <a:r>
              <a:rPr lang="en-IN" sz="3200" b="1" dirty="0">
                <a:latin typeface="Times New Roman" panose="02020603050405020304" pitchFamily="18" charset="0"/>
                <a:cs typeface="Times New Roman" panose="02020603050405020304" pitchFamily="18" charset="0"/>
              </a:rPr>
              <a:t>FUNCTIONAL REQUIREMENTS</a:t>
            </a:r>
          </a:p>
        </p:txBody>
      </p:sp>
      <p:sp>
        <p:nvSpPr>
          <p:cNvPr id="20" name="Rectangle 17">
            <a:extLst>
              <a:ext uri="{FF2B5EF4-FFF2-40B4-BE49-F238E27FC236}">
                <a16:creationId xmlns:a16="http://schemas.microsoft.com/office/drawing/2014/main" id="{BF8BE1DE-7946-2DF0-42A3-C8F7AF5B4A62}"/>
              </a:ext>
            </a:extLst>
          </p:cNvPr>
          <p:cNvSpPr>
            <a:spLocks noGrp="1" noChangeArrowheads="1"/>
          </p:cNvSpPr>
          <p:nvPr>
            <p:ph idx="1"/>
          </p:nvPr>
        </p:nvSpPr>
        <p:spPr bwMode="auto">
          <a:xfrm>
            <a:off x="312821" y="259105"/>
            <a:ext cx="8667666" cy="356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defTabSz="914400" eaLnBrk="0" fontAlgn="base" hangingPunct="0">
              <a:lnSpc>
                <a:spcPct val="100000"/>
              </a:lnSpc>
              <a:spcBef>
                <a:spcPct val="0"/>
              </a:spcBef>
              <a:spcAft>
                <a:spcPct val="0"/>
              </a:spcAft>
              <a:buNone/>
            </a:pPr>
            <a:endParaRPr lang="en-IN" sz="2800" b="1" dirty="0"/>
          </a:p>
          <a:p>
            <a:pPr marL="0" indent="0" defTabSz="914400" eaLnBrk="0" fontAlgn="base" hangingPunct="0">
              <a:lnSpc>
                <a:spcPct val="100000"/>
              </a:lnSpc>
              <a:spcBef>
                <a:spcPct val="0"/>
              </a:spcBef>
              <a:spcAft>
                <a:spcPct val="0"/>
              </a:spcAft>
              <a:buNone/>
            </a:pPr>
            <a:r>
              <a:rPr lang="en-IN" sz="2800" b="1" dirty="0">
                <a:latin typeface="Times New Roman" panose="02020603050405020304" pitchFamily="18" charset="0"/>
                <a:cs typeface="Times New Roman" panose="02020603050405020304" pitchFamily="18" charset="0"/>
              </a:rPr>
              <a:t>Key System Functionalities</a:t>
            </a: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User registration and secure login</a:t>
            </a:r>
          </a:p>
          <a:p>
            <a:r>
              <a:rPr lang="en-US" sz="2400" dirty="0">
                <a:latin typeface="Times New Roman" panose="02020603050405020304" pitchFamily="18" charset="0"/>
                <a:cs typeface="Times New Roman" panose="02020603050405020304" pitchFamily="18" charset="0"/>
              </a:rPr>
              <a:t>Automatic role identification (</a:t>
            </a:r>
            <a:r>
              <a:rPr lang="en-US" sz="2400" b="1" dirty="0">
                <a:latin typeface="Times New Roman" panose="02020603050405020304" pitchFamily="18" charset="0"/>
                <a:cs typeface="Times New Roman" panose="02020603050405020304" pitchFamily="18" charset="0"/>
              </a:rPr>
              <a:t>Citizen / Department Officer</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Upload municipal or electricity-related issue images</a:t>
            </a:r>
          </a:p>
          <a:p>
            <a:r>
              <a:rPr lang="en-US" sz="2400" dirty="0">
                <a:latin typeface="Times New Roman" panose="02020603050405020304" pitchFamily="18" charset="0"/>
                <a:cs typeface="Times New Roman" panose="02020603050405020304" pitchFamily="18" charset="0"/>
              </a:rPr>
              <a:t>View issue status in real time</a:t>
            </a:r>
          </a:p>
          <a:p>
            <a:r>
              <a:rPr lang="en-US" sz="2400" dirty="0">
                <a:latin typeface="Times New Roman" panose="02020603050405020304" pitchFamily="18" charset="0"/>
                <a:cs typeface="Times New Roman" panose="02020603050405020304" pitchFamily="18" charset="0"/>
              </a:rPr>
              <a:t>Department officers can update complaint status</a:t>
            </a:r>
          </a:p>
          <a:p>
            <a:r>
              <a:rPr lang="en-US" sz="2400" dirty="0">
                <a:latin typeface="Times New Roman" panose="02020603050405020304" pitchFamily="18" charset="0"/>
                <a:cs typeface="Times New Roman" panose="02020603050405020304" pitchFamily="18" charset="0"/>
              </a:rPr>
              <a:t>All users can view verified and resolved issues</a:t>
            </a:r>
          </a:p>
        </p:txBody>
      </p:sp>
    </p:spTree>
    <p:extLst>
      <p:ext uri="{BB962C8B-B14F-4D97-AF65-F5344CB8AC3E}">
        <p14:creationId xmlns:p14="http://schemas.microsoft.com/office/powerpoint/2010/main" val="104283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7F941-E12F-4A32-80FB-9F15F0AF7BAD}"/>
              </a:ext>
            </a:extLst>
          </p:cNvPr>
          <p:cNvSpPr>
            <a:spLocks noGrp="1"/>
          </p:cNvSpPr>
          <p:nvPr>
            <p:ph type="title"/>
          </p:nvPr>
        </p:nvSpPr>
        <p:spPr>
          <a:xfrm>
            <a:off x="293914" y="365127"/>
            <a:ext cx="8221436" cy="701674"/>
          </a:xfrm>
        </p:spPr>
        <p:txBody>
          <a:bodyPr/>
          <a:lstStyle/>
          <a:p>
            <a:r>
              <a:rPr lang="en-IN" b="1" dirty="0">
                <a:latin typeface="Times New Roman" panose="02020603050405020304" pitchFamily="18" charset="0"/>
                <a:cs typeface="Times New Roman" panose="02020603050405020304" pitchFamily="18" charset="0"/>
              </a:rPr>
              <a:t>MODULES</a:t>
            </a:r>
          </a:p>
        </p:txBody>
      </p:sp>
      <p:sp>
        <p:nvSpPr>
          <p:cNvPr id="6" name="Rectangle 2">
            <a:extLst>
              <a:ext uri="{FF2B5EF4-FFF2-40B4-BE49-F238E27FC236}">
                <a16:creationId xmlns:a16="http://schemas.microsoft.com/office/drawing/2014/main" id="{7B42DF96-773F-4EA4-B3E9-4147EBACB0C0}"/>
              </a:ext>
            </a:extLst>
          </p:cNvPr>
          <p:cNvSpPr>
            <a:spLocks noGrp="1" noChangeArrowheads="1"/>
          </p:cNvSpPr>
          <p:nvPr>
            <p:ph idx="1"/>
          </p:nvPr>
        </p:nvSpPr>
        <p:spPr bwMode="auto">
          <a:xfrm>
            <a:off x="206829" y="874456"/>
            <a:ext cx="878477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1)User 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Allows citizens to register, report issues, and track complaint            status.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2)Department 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Enables municipality and electricity officers to view tasks and update progress.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3)Verification &amp; Duplicate Detection 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Validates complaints and identifies repeated submissions.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4)Analytics Dashboard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Displays issue statistics and highlights frequently affected areas.</a:t>
            </a:r>
          </a:p>
        </p:txBody>
      </p:sp>
      <p:pic>
        <p:nvPicPr>
          <p:cNvPr id="8" name="Picture 7">
            <a:extLst>
              <a:ext uri="{FF2B5EF4-FFF2-40B4-BE49-F238E27FC236}">
                <a16:creationId xmlns:a16="http://schemas.microsoft.com/office/drawing/2014/main" id="{FED083F2-C827-64BC-7445-746D54A8994A}"/>
              </a:ext>
            </a:extLst>
          </p:cNvPr>
          <p:cNvPicPr>
            <a:picLocks noChangeAspect="1"/>
          </p:cNvPicPr>
          <p:nvPr/>
        </p:nvPicPr>
        <p:blipFill>
          <a:blip r:embed="rId2"/>
          <a:stretch>
            <a:fillRect/>
          </a:stretch>
        </p:blipFill>
        <p:spPr>
          <a:xfrm>
            <a:off x="206829" y="3429000"/>
            <a:ext cx="8697686" cy="3199439"/>
          </a:xfrm>
          <a:prstGeom prst="rect">
            <a:avLst/>
          </a:prstGeom>
        </p:spPr>
      </p:pic>
    </p:spTree>
    <p:extLst>
      <p:ext uri="{BB962C8B-B14F-4D97-AF65-F5344CB8AC3E}">
        <p14:creationId xmlns:p14="http://schemas.microsoft.com/office/powerpoint/2010/main" val="1858721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346CD-213D-E806-693D-AD00390F4D25}"/>
              </a:ext>
            </a:extLst>
          </p:cNvPr>
          <p:cNvSpPr>
            <a:spLocks noGrp="1"/>
          </p:cNvSpPr>
          <p:nvPr>
            <p:ph type="title"/>
          </p:nvPr>
        </p:nvSpPr>
        <p:spPr>
          <a:xfrm>
            <a:off x="541564" y="136527"/>
            <a:ext cx="7886700" cy="745216"/>
          </a:xfrm>
        </p:spPr>
        <p:txBody>
          <a:bodyPr>
            <a:normAutofit/>
          </a:bodyPr>
          <a:lstStyle/>
          <a:p>
            <a:pPr algn="ctr"/>
            <a:r>
              <a:rPr lang="en-IN" sz="3200" b="1" dirty="0">
                <a:latin typeface="Times New Roman" panose="02020603050405020304" pitchFamily="18" charset="0"/>
                <a:cs typeface="Times New Roman" panose="02020603050405020304" pitchFamily="18" charset="0"/>
              </a:rPr>
              <a:t>NON-FUNCTIONAL REQUIREMENTS</a:t>
            </a:r>
          </a:p>
        </p:txBody>
      </p:sp>
      <p:sp>
        <p:nvSpPr>
          <p:cNvPr id="4" name="Rectangle 1">
            <a:extLst>
              <a:ext uri="{FF2B5EF4-FFF2-40B4-BE49-F238E27FC236}">
                <a16:creationId xmlns:a16="http://schemas.microsoft.com/office/drawing/2014/main" id="{E32B0F99-8B01-6A42-EFFC-860713752511}"/>
              </a:ext>
            </a:extLst>
          </p:cNvPr>
          <p:cNvSpPr>
            <a:spLocks noGrp="1" noChangeArrowheads="1"/>
          </p:cNvSpPr>
          <p:nvPr>
            <p:ph idx="1"/>
          </p:nvPr>
        </p:nvSpPr>
        <p:spPr bwMode="auto">
          <a:xfrm>
            <a:off x="239485" y="758826"/>
            <a:ext cx="8817429" cy="2804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defTabSz="914400" eaLnBrk="0" fontAlgn="base" hangingPunct="0">
              <a:lnSpc>
                <a:spcPct val="100000"/>
              </a:lnSpc>
              <a:spcBef>
                <a:spcPct val="0"/>
              </a:spcBef>
              <a:spcAft>
                <a:spcPct val="0"/>
              </a:spcAft>
              <a:buNone/>
            </a:pPr>
            <a:r>
              <a:rPr lang="en-US" sz="2800" b="1" dirty="0">
                <a:latin typeface="Times New Roman" panose="02020603050405020304" pitchFamily="18" charset="0"/>
                <a:cs typeface="Times New Roman" panose="02020603050405020304" pitchFamily="18" charset="0"/>
              </a:rPr>
              <a:t>Quality Attributes of the System</a:t>
            </a:r>
          </a:p>
          <a:p>
            <a:pPr marL="0" lvl="0" indent="0" defTabSz="914400" eaLnBrk="0" fontAlgn="base" hangingPunct="0">
              <a:lnSpc>
                <a:spcPct val="100000"/>
              </a:lnSpc>
              <a:spcBef>
                <a:spcPct val="0"/>
              </a:spcBef>
              <a:spcAft>
                <a:spcPct val="0"/>
              </a:spcAft>
              <a:buFontTx/>
              <a:buChar char="•"/>
            </a:pPr>
            <a:r>
              <a:rPr lang="en-US" sz="2400" b="1" dirty="0">
                <a:latin typeface="Times New Roman" panose="02020603050405020304" pitchFamily="18" charset="0"/>
                <a:cs typeface="Times New Roman" panose="02020603050405020304" pitchFamily="18" charset="0"/>
              </a:rPr>
              <a:t>Access Security</a:t>
            </a:r>
            <a:r>
              <a:rPr lang="en-US" sz="2400" dirty="0">
                <a:latin typeface="Times New Roman" panose="02020603050405020304" pitchFamily="18" charset="0"/>
                <a:cs typeface="Times New Roman" panose="02020603050405020304" pitchFamily="18" charset="0"/>
              </a:rPr>
              <a:t> – Prevents unauthorized access.</a:t>
            </a:r>
          </a:p>
          <a:p>
            <a:pPr marL="0" lvl="0" indent="0" defTabSz="914400" eaLnBrk="0" fontAlgn="base" hangingPunct="0">
              <a:lnSpc>
                <a:spcPct val="100000"/>
              </a:lnSpc>
              <a:spcBef>
                <a:spcPct val="0"/>
              </a:spcBef>
              <a:spcAft>
                <a:spcPct val="0"/>
              </a:spcAft>
              <a:buFontTx/>
              <a:buChar char="•"/>
            </a:pPr>
            <a:r>
              <a:rPr lang="en-US" sz="2400" b="1" dirty="0">
                <a:latin typeface="Times New Roman" panose="02020603050405020304" pitchFamily="18" charset="0"/>
                <a:cs typeface="Times New Roman" panose="02020603050405020304" pitchFamily="18" charset="0"/>
              </a:rPr>
              <a:t>Availability</a:t>
            </a:r>
            <a:r>
              <a:rPr lang="en-US" sz="2400" dirty="0">
                <a:latin typeface="Times New Roman" panose="02020603050405020304" pitchFamily="18" charset="0"/>
                <a:cs typeface="Times New Roman" panose="02020603050405020304" pitchFamily="18" charset="0"/>
              </a:rPr>
              <a:t> – Keeps the system running during normal use.</a:t>
            </a:r>
          </a:p>
          <a:p>
            <a:pPr marL="0" lvl="0" indent="0" defTabSz="914400" eaLnBrk="0" fontAlgn="base" hangingPunct="0">
              <a:lnSpc>
                <a:spcPct val="100000"/>
              </a:lnSpc>
              <a:spcBef>
                <a:spcPct val="0"/>
              </a:spcBef>
              <a:spcAft>
                <a:spcPct val="0"/>
              </a:spcAft>
              <a:buFontTx/>
              <a:buChar char="•"/>
            </a:pPr>
            <a:r>
              <a:rPr lang="en-IN" sz="2400" b="1" dirty="0">
                <a:latin typeface="Times New Roman" panose="02020603050405020304" pitchFamily="18" charset="0"/>
                <a:cs typeface="Times New Roman" panose="02020603050405020304" pitchFamily="18" charset="0"/>
              </a:rPr>
              <a:t>Confidentiality</a:t>
            </a:r>
            <a:r>
              <a:rPr lang="en-IN" sz="2400" dirty="0">
                <a:latin typeface="Times New Roman" panose="02020603050405020304" pitchFamily="18" charset="0"/>
                <a:cs typeface="Times New Roman" panose="02020603050405020304" pitchFamily="18" charset="0"/>
              </a:rPr>
              <a:t> – Protects user data.</a:t>
            </a:r>
          </a:p>
          <a:p>
            <a:pPr marL="0" lvl="0" indent="0" defTabSz="914400" eaLnBrk="0" fontAlgn="base" hangingPunct="0">
              <a:lnSpc>
                <a:spcPct val="100000"/>
              </a:lnSpc>
              <a:spcBef>
                <a:spcPct val="0"/>
              </a:spcBef>
              <a:spcAft>
                <a:spcPct val="0"/>
              </a:spcAft>
              <a:buFontTx/>
              <a:buChar char="•"/>
            </a:pPr>
            <a:r>
              <a:rPr lang="en-US" sz="2400" b="1" dirty="0">
                <a:latin typeface="Times New Roman" panose="02020603050405020304" pitchFamily="18" charset="0"/>
                <a:cs typeface="Times New Roman" panose="02020603050405020304" pitchFamily="18" charset="0"/>
              </a:rPr>
              <a:t>Reliability</a:t>
            </a:r>
            <a:r>
              <a:rPr lang="en-US" sz="2400" dirty="0">
                <a:latin typeface="Times New Roman" panose="02020603050405020304" pitchFamily="18" charset="0"/>
                <a:cs typeface="Times New Roman" panose="02020603050405020304" pitchFamily="18" charset="0"/>
              </a:rPr>
              <a:t> – Ensures stable, error-free operation.</a:t>
            </a:r>
          </a:p>
          <a:p>
            <a:pPr marL="0" lvl="0" indent="0" defTabSz="914400" eaLnBrk="0" fontAlgn="base" hangingPunct="0">
              <a:lnSpc>
                <a:spcPct val="100000"/>
              </a:lnSpc>
              <a:spcBef>
                <a:spcPct val="0"/>
              </a:spcBef>
              <a:spcAft>
                <a:spcPct val="0"/>
              </a:spcAft>
              <a:buFontTx/>
              <a:buChar char="•"/>
            </a:pPr>
            <a:r>
              <a:rPr lang="en-US" sz="2400" b="1" dirty="0">
                <a:latin typeface="Times New Roman" panose="02020603050405020304" pitchFamily="18" charset="0"/>
                <a:cs typeface="Times New Roman" panose="02020603050405020304" pitchFamily="18" charset="0"/>
              </a:rPr>
              <a:t>Usability</a:t>
            </a:r>
            <a:r>
              <a:rPr lang="en-US" sz="2400" dirty="0">
                <a:latin typeface="Times New Roman" panose="02020603050405020304" pitchFamily="18" charset="0"/>
                <a:cs typeface="Times New Roman" panose="02020603050405020304" pitchFamily="18" charset="0"/>
              </a:rPr>
              <a:t> – Easy to learn and use.</a:t>
            </a:r>
          </a:p>
          <a:p>
            <a:r>
              <a:rPr lang="en-IN" sz="2400" b="1" dirty="0">
                <a:latin typeface="Times New Roman" panose="02020603050405020304" pitchFamily="18" charset="0"/>
                <a:cs typeface="Times New Roman" panose="02020603050405020304" pitchFamily="18" charset="0"/>
              </a:rPr>
              <a:t>Integrity</a:t>
            </a:r>
            <a:r>
              <a:rPr lang="en-IN" sz="2400" dirty="0">
                <a:latin typeface="Times New Roman" panose="02020603050405020304" pitchFamily="18" charset="0"/>
                <a:cs typeface="Times New Roman" panose="02020603050405020304" pitchFamily="18" charset="0"/>
              </a:rPr>
              <a:t> – Maintains accurate data.</a:t>
            </a:r>
          </a:p>
        </p:txBody>
      </p:sp>
    </p:spTree>
    <p:extLst>
      <p:ext uri="{BB962C8B-B14F-4D97-AF65-F5344CB8AC3E}">
        <p14:creationId xmlns:p14="http://schemas.microsoft.com/office/powerpoint/2010/main" val="534215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36F31-D9CB-CDA3-3B82-4641A4E10FB3}"/>
              </a:ext>
            </a:extLst>
          </p:cNvPr>
          <p:cNvSpPr>
            <a:spLocks noGrp="1"/>
          </p:cNvSpPr>
          <p:nvPr>
            <p:ph type="title"/>
          </p:nvPr>
        </p:nvSpPr>
        <p:spPr>
          <a:xfrm>
            <a:off x="628650" y="175306"/>
            <a:ext cx="7886700" cy="505731"/>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GOALS OF IMPLEMENTATION</a:t>
            </a:r>
          </a:p>
        </p:txBody>
      </p:sp>
      <p:sp>
        <p:nvSpPr>
          <p:cNvPr id="3" name="Content Placeholder 2">
            <a:extLst>
              <a:ext uri="{FF2B5EF4-FFF2-40B4-BE49-F238E27FC236}">
                <a16:creationId xmlns:a16="http://schemas.microsoft.com/office/drawing/2014/main" id="{D0770AA5-82C3-4C41-391A-BE484D018D5E}"/>
              </a:ext>
            </a:extLst>
          </p:cNvPr>
          <p:cNvSpPr>
            <a:spLocks noGrp="1"/>
          </p:cNvSpPr>
          <p:nvPr>
            <p:ph idx="1"/>
          </p:nvPr>
        </p:nvSpPr>
        <p:spPr>
          <a:xfrm>
            <a:off x="137160" y="681036"/>
            <a:ext cx="8843554" cy="6176963"/>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PROJECT OBJECTIVES</a:t>
            </a:r>
            <a:r>
              <a:rPr lang="en-US" sz="1600" b="1"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As per the project objectives)</a:t>
            </a:r>
            <a:endParaRPr lang="en-US" sz="16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1. Develop a simple and user-friendly system</a:t>
            </a:r>
          </a:p>
          <a:p>
            <a:pPr algn="just" defTabSz="179388">
              <a:tabLst>
                <a:tab pos="354013" algn="l"/>
              </a:tabLst>
            </a:pPr>
            <a:r>
              <a:rPr lang="en-US" sz="1800" dirty="0">
                <a:latin typeface="Times New Roman" panose="02020603050405020304" pitchFamily="18" charset="0"/>
                <a:cs typeface="Times New Roman" panose="02020603050405020304" pitchFamily="18" charset="0"/>
              </a:rPr>
              <a:t>Design an intuitive and well-structured interface that allows citizens to report municipal and electricity issues easily, even with minimal technical knowledge, while reducing the learning curve and improving user experience.</a:t>
            </a:r>
          </a:p>
          <a:p>
            <a:pPr marL="0" indent="0" algn="just" defTabSz="179388">
              <a:buNone/>
              <a:tabLst>
                <a:tab pos="354013" algn="l"/>
              </a:tabLst>
            </a:pPr>
            <a:r>
              <a:rPr lang="en-US" sz="2000" b="1" dirty="0">
                <a:latin typeface="Times New Roman" panose="02020603050405020304" pitchFamily="18" charset="0"/>
                <a:cs typeface="Times New Roman" panose="02020603050405020304" pitchFamily="18" charset="0"/>
              </a:rPr>
              <a:t>2. Provide a practical solution for civic issue reporting and management</a:t>
            </a:r>
          </a:p>
          <a:p>
            <a:pPr algn="just"/>
            <a:r>
              <a:rPr lang="en-US" sz="1800" dirty="0">
                <a:latin typeface="Times New Roman" panose="02020603050405020304" pitchFamily="18" charset="0"/>
                <a:cs typeface="Times New Roman" panose="02020603050405020304" pitchFamily="18" charset="0"/>
              </a:rPr>
              <a:t>Offer a digital and automated approach for handling complaints such as garbage overflow, damaged roads, drainage problems, and malfunctioning streetlights to improve operational efficiency and transparency.</a:t>
            </a:r>
          </a:p>
          <a:p>
            <a:pPr marL="0" indent="0" algn="just">
              <a:buNone/>
            </a:pPr>
            <a:r>
              <a:rPr lang="en-US" sz="2000" b="1" dirty="0">
                <a:latin typeface="Times New Roman" panose="02020603050405020304" pitchFamily="18" charset="0"/>
                <a:cs typeface="Times New Roman" panose="02020603050405020304" pitchFamily="18" charset="0"/>
              </a:rPr>
              <a:t>3. Ensure accurate verification and faster resolution of issues</a:t>
            </a:r>
          </a:p>
          <a:p>
            <a:pPr algn="just"/>
            <a:r>
              <a:rPr lang="en-US" sz="1800" dirty="0">
                <a:latin typeface="Times New Roman" panose="02020603050405020304" pitchFamily="18" charset="0"/>
                <a:cs typeface="Times New Roman" panose="02020603050405020304" pitchFamily="18" charset="0"/>
              </a:rPr>
              <a:t>Verify submitted complaints, detect duplicate reports, and assign cases to the appropriate departments to ensure reliable reporting and quick action.</a:t>
            </a:r>
          </a:p>
          <a:p>
            <a:pPr marL="0" indent="0" algn="just">
              <a:buNone/>
            </a:pPr>
            <a:r>
              <a:rPr lang="en-US" sz="2000" b="1" dirty="0">
                <a:latin typeface="Times New Roman" panose="02020603050405020304" pitchFamily="18" charset="0"/>
                <a:cs typeface="Times New Roman" panose="02020603050405020304" pitchFamily="18" charset="0"/>
              </a:rPr>
              <a:t>4. Ensure system clarity, efficiency, and ease of use</a:t>
            </a:r>
          </a:p>
          <a:p>
            <a:pPr algn="just"/>
            <a:r>
              <a:rPr lang="en-US" sz="1800" dirty="0">
                <a:latin typeface="Times New Roman" panose="02020603050405020304" pitchFamily="18" charset="0"/>
                <a:cs typeface="Times New Roman" panose="02020603050405020304" pitchFamily="18" charset="0"/>
              </a:rPr>
              <a:t>Design a clear and modular system architecture that supports smooth processing, easy maintenance, and quick task completion for both citizens and department officers.</a:t>
            </a:r>
          </a:p>
          <a:p>
            <a:pPr marL="0" indent="0" algn="just">
              <a:spcBef>
                <a:spcPts val="300"/>
              </a:spcBef>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1108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150FB-A5A5-6C76-4242-D11557723E3C}"/>
              </a:ext>
            </a:extLst>
          </p:cNvPr>
          <p:cNvSpPr>
            <a:spLocks noGrp="1"/>
          </p:cNvSpPr>
          <p:nvPr>
            <p:ph type="title"/>
          </p:nvPr>
        </p:nvSpPr>
        <p:spPr>
          <a:xfrm>
            <a:off x="628650" y="240620"/>
            <a:ext cx="7886700" cy="440417"/>
          </a:xfrm>
        </p:spPr>
        <p:txBody>
          <a:bodyPr>
            <a:noAutofit/>
          </a:bodyPr>
          <a:lstStyle/>
          <a:p>
            <a:pPr algn="ctr"/>
            <a:r>
              <a:rPr lang="en-IN" sz="3200" b="1" dirty="0">
                <a:latin typeface="Times New Roman" panose="02020603050405020304" pitchFamily="18" charset="0"/>
                <a:cs typeface="Times New Roman" panose="02020603050405020304" pitchFamily="18" charset="0"/>
              </a:rPr>
              <a:t>SYSTEM SPECIFICATIONS</a:t>
            </a:r>
          </a:p>
        </p:txBody>
      </p:sp>
      <p:graphicFrame>
        <p:nvGraphicFramePr>
          <p:cNvPr id="5" name="Content Placeholder 4">
            <a:extLst>
              <a:ext uri="{FF2B5EF4-FFF2-40B4-BE49-F238E27FC236}">
                <a16:creationId xmlns:a16="http://schemas.microsoft.com/office/drawing/2014/main" id="{E4C36DF8-24F3-ED82-573B-4516975D7C9F}"/>
              </a:ext>
            </a:extLst>
          </p:cNvPr>
          <p:cNvGraphicFramePr>
            <a:graphicFrameLocks noGrp="1"/>
          </p:cNvGraphicFramePr>
          <p:nvPr>
            <p:ph idx="1"/>
            <p:extLst>
              <p:ext uri="{D42A27DB-BD31-4B8C-83A1-F6EECF244321}">
                <p14:modId xmlns:p14="http://schemas.microsoft.com/office/powerpoint/2010/main" val="2940750041"/>
              </p:ext>
            </p:extLst>
          </p:nvPr>
        </p:nvGraphicFramePr>
        <p:xfrm>
          <a:off x="206829" y="681036"/>
          <a:ext cx="8644486" cy="2870577"/>
        </p:xfrm>
        <a:graphic>
          <a:graphicData uri="http://schemas.openxmlformats.org/drawingml/2006/table">
            <a:tbl>
              <a:tblPr/>
              <a:tblGrid>
                <a:gridCol w="4295088">
                  <a:extLst>
                    <a:ext uri="{9D8B030D-6E8A-4147-A177-3AD203B41FA5}">
                      <a16:colId xmlns:a16="http://schemas.microsoft.com/office/drawing/2014/main" val="2380041572"/>
                    </a:ext>
                  </a:extLst>
                </a:gridCol>
                <a:gridCol w="4349398">
                  <a:extLst>
                    <a:ext uri="{9D8B030D-6E8A-4147-A177-3AD203B41FA5}">
                      <a16:colId xmlns:a16="http://schemas.microsoft.com/office/drawing/2014/main" val="2630734649"/>
                    </a:ext>
                  </a:extLst>
                </a:gridCol>
              </a:tblGrid>
              <a:tr h="512448">
                <a:tc>
                  <a:txBody>
                    <a:bodyPr/>
                    <a:lstStyle/>
                    <a:p>
                      <a:pPr>
                        <a:buNone/>
                      </a:pPr>
                      <a:r>
                        <a:rPr lang="en-IN" sz="1800" b="1" dirty="0">
                          <a:latin typeface="Times New Roman" panose="02020603050405020304" pitchFamily="18" charset="0"/>
                          <a:cs typeface="Times New Roman" panose="02020603050405020304" pitchFamily="18" charset="0"/>
                        </a:rPr>
                        <a:t>SOFTWARE REQUIREMENTS (With Versions)</a:t>
                      </a:r>
                      <a:endParaRPr lang="en-IN"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800" b="1" dirty="0">
                          <a:latin typeface="Times New Roman" panose="02020603050405020304" pitchFamily="18" charset="0"/>
                          <a:cs typeface="Times New Roman" panose="02020603050405020304" pitchFamily="18" charset="0"/>
                        </a:rPr>
                        <a:t>HARDWARE REQUIREMENTS</a:t>
                      </a:r>
                      <a:endParaRPr lang="en-IN"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416900985"/>
                  </a:ext>
                </a:extLst>
              </a:tr>
              <a:tr h="435495">
                <a:tc>
                  <a:txBody>
                    <a:bodyPr/>
                    <a:lstStyle/>
                    <a:p>
                      <a:pPr>
                        <a:buNone/>
                      </a:pPr>
                      <a:r>
                        <a:rPr lang="en-IN" sz="1800" dirty="0">
                          <a:latin typeface="Times New Roman" panose="02020603050405020304" pitchFamily="18" charset="0"/>
                          <a:cs typeface="Times New Roman" panose="02020603050405020304" pitchFamily="18" charset="0"/>
                        </a:rPr>
                        <a:t>Operating System: </a:t>
                      </a:r>
                      <a:r>
                        <a:rPr lang="en-IN" sz="1800" b="1" dirty="0">
                          <a:latin typeface="Times New Roman" panose="02020603050405020304" pitchFamily="18" charset="0"/>
                          <a:cs typeface="Times New Roman" panose="02020603050405020304" pitchFamily="18" charset="0"/>
                        </a:rPr>
                        <a:t>Windows 11 </a:t>
                      </a:r>
                    </a:p>
                  </a:txBody>
                  <a:tcPr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Processor: </a:t>
                      </a:r>
                      <a:r>
                        <a:rPr lang="en-US" sz="1800" b="1" dirty="0">
                          <a:latin typeface="Times New Roman" panose="02020603050405020304" pitchFamily="18" charset="0"/>
                          <a:cs typeface="Times New Roman" panose="02020603050405020304" pitchFamily="18" charset="0"/>
                        </a:rPr>
                        <a:t>12th Gen Intel(R) Core(TM) i5</a:t>
                      </a:r>
                      <a:endParaRPr lang="en-IN"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808356597"/>
                  </a:ext>
                </a:extLst>
              </a:tr>
              <a:tr h="397042">
                <a:tc>
                  <a:txBody>
                    <a:bodyPr/>
                    <a:lstStyle/>
                    <a:p>
                      <a:pPr>
                        <a:buNone/>
                      </a:pPr>
                      <a:r>
                        <a:rPr lang="en-US" sz="1800" dirty="0">
                          <a:latin typeface="Times New Roman" panose="02020603050405020304" pitchFamily="18" charset="0"/>
                          <a:cs typeface="Times New Roman" panose="02020603050405020304" pitchFamily="18" charset="0"/>
                        </a:rPr>
                        <a:t>Frontend: </a:t>
                      </a:r>
                      <a:r>
                        <a:rPr lang="en-US" sz="1800" b="1" dirty="0">
                          <a:latin typeface="Times New Roman" panose="02020603050405020304" pitchFamily="18" charset="0"/>
                          <a:cs typeface="Times New Roman" panose="02020603050405020304" pitchFamily="18" charset="0"/>
                        </a:rPr>
                        <a:t>React.js</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HTML5</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CSS3</a:t>
                      </a:r>
                      <a:endParaRPr lang="en-US"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RAM: </a:t>
                      </a:r>
                      <a:r>
                        <a:rPr lang="en-IN" sz="1800" b="1" dirty="0">
                          <a:latin typeface="Times New Roman" panose="02020603050405020304" pitchFamily="18" charset="0"/>
                          <a:cs typeface="Times New Roman" panose="02020603050405020304" pitchFamily="18" charset="0"/>
                        </a:rPr>
                        <a:t>Minimum 8 GB</a:t>
                      </a:r>
                      <a:endParaRPr lang="en-IN"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821355295"/>
                  </a:ext>
                </a:extLst>
              </a:tr>
              <a:tr h="421105">
                <a:tc>
                  <a:txBody>
                    <a:bodyPr/>
                    <a:lstStyle/>
                    <a:p>
                      <a:pPr>
                        <a:buNone/>
                      </a:pPr>
                      <a:r>
                        <a:rPr lang="en-IN" sz="1800" dirty="0">
                          <a:latin typeface="Times New Roman" panose="02020603050405020304" pitchFamily="18" charset="0"/>
                          <a:cs typeface="Times New Roman" panose="02020603050405020304" pitchFamily="18" charset="0"/>
                        </a:rPr>
                        <a:t>Backend: </a:t>
                      </a:r>
                      <a:r>
                        <a:rPr lang="en-IN" sz="1800" b="1" dirty="0">
                          <a:latin typeface="Times New Roman" panose="02020603050405020304" pitchFamily="18" charset="0"/>
                          <a:cs typeface="Times New Roman" panose="02020603050405020304" pitchFamily="18" charset="0"/>
                        </a:rPr>
                        <a:t>Spring Boot 3.x</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Java 17</a:t>
                      </a:r>
                      <a:endParaRPr lang="en-IN"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Storage: </a:t>
                      </a:r>
                      <a:r>
                        <a:rPr lang="en-IN" sz="1800" b="1" dirty="0">
                          <a:latin typeface="Times New Roman" panose="02020603050405020304" pitchFamily="18" charset="0"/>
                          <a:cs typeface="Times New Roman" panose="02020603050405020304" pitchFamily="18" charset="0"/>
                        </a:rPr>
                        <a:t>SSD (Minimum 30 GB)</a:t>
                      </a:r>
                      <a:endParaRPr lang="en-IN"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40347966"/>
                  </a:ext>
                </a:extLst>
              </a:tr>
              <a:tr h="0">
                <a:tc>
                  <a:txBody>
                    <a:bodyPr/>
                    <a:lstStyle/>
                    <a:p>
                      <a:pPr>
                        <a:buNone/>
                      </a:pPr>
                      <a:r>
                        <a:rPr lang="en-IN" sz="1800" dirty="0">
                          <a:latin typeface="Times New Roman" panose="02020603050405020304" pitchFamily="18" charset="0"/>
                          <a:cs typeface="Times New Roman" panose="02020603050405020304" pitchFamily="18" charset="0"/>
                        </a:rPr>
                        <a:t>Database: </a:t>
                      </a:r>
                      <a:r>
                        <a:rPr lang="en-IN" sz="1800" b="1" dirty="0">
                          <a:latin typeface="Times New Roman" panose="02020603050405020304" pitchFamily="18" charset="0"/>
                          <a:cs typeface="Times New Roman" panose="02020603050405020304" pitchFamily="18" charset="0"/>
                        </a:rPr>
                        <a:t>MongoDB 6.0</a:t>
                      </a:r>
                      <a:endParaRPr lang="en-IN"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System Architecture: </a:t>
                      </a:r>
                      <a:r>
                        <a:rPr lang="en-IN" sz="1800" b="1" dirty="0">
                          <a:latin typeface="Times New Roman" panose="02020603050405020304" pitchFamily="18" charset="0"/>
                          <a:cs typeface="Times New Roman" panose="02020603050405020304" pitchFamily="18" charset="0"/>
                        </a:rPr>
                        <a:t>64-bit</a:t>
                      </a:r>
                      <a:endParaRPr lang="en-IN"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189625657"/>
                  </a:ext>
                </a:extLst>
              </a:tr>
              <a:tr h="611095">
                <a:tc>
                  <a:txBody>
                    <a:bodyPr/>
                    <a:lstStyle/>
                    <a:p>
                      <a:pPr>
                        <a:buNone/>
                      </a:pPr>
                      <a:r>
                        <a:rPr lang="en-US" sz="1800" dirty="0">
                          <a:latin typeface="Times New Roman" panose="02020603050405020304" pitchFamily="18" charset="0"/>
                          <a:cs typeface="Times New Roman" panose="02020603050405020304" pitchFamily="18" charset="0"/>
                        </a:rPr>
                        <a:t>Maps API: </a:t>
                      </a:r>
                      <a:r>
                        <a:rPr lang="en-US" sz="1800" b="1" dirty="0" err="1">
                          <a:latin typeface="Times New Roman" panose="02020603050405020304" pitchFamily="18" charset="0"/>
                          <a:cs typeface="Times New Roman" panose="02020603050405020304" pitchFamily="18" charset="0"/>
                        </a:rPr>
                        <a:t>OpenLayers</a:t>
                      </a:r>
                      <a:endParaRPr lang="en-US" sz="1800" b="1"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IN" sz="1800" dirty="0">
                          <a:latin typeface="Times New Roman" panose="02020603050405020304" pitchFamily="18" charset="0"/>
                          <a:cs typeface="Times New Roman" panose="02020603050405020304" pitchFamily="18" charset="0"/>
                        </a:rPr>
                        <a:t>Internet Connection: </a:t>
                      </a:r>
                      <a:r>
                        <a:rPr lang="en-IN" sz="1800" b="1" dirty="0">
                          <a:latin typeface="Times New Roman" panose="02020603050405020304" pitchFamily="18" charset="0"/>
                          <a:cs typeface="Times New Roman" panose="02020603050405020304" pitchFamily="18" charset="0"/>
                        </a:rPr>
                        <a:t>Required</a:t>
                      </a:r>
                      <a:endParaRPr lang="en-IN" sz="18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807199160"/>
                  </a:ext>
                </a:extLst>
              </a:tr>
            </a:tbl>
          </a:graphicData>
        </a:graphic>
      </p:graphicFrame>
      <p:pic>
        <p:nvPicPr>
          <p:cNvPr id="6" name="Picture 5">
            <a:extLst>
              <a:ext uri="{FF2B5EF4-FFF2-40B4-BE49-F238E27FC236}">
                <a16:creationId xmlns:a16="http://schemas.microsoft.com/office/drawing/2014/main" id="{3F6059B9-17B7-F56F-E623-B7608499F1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514" y="3551613"/>
            <a:ext cx="8860972" cy="3164873"/>
          </a:xfrm>
          <a:prstGeom prst="rect">
            <a:avLst/>
          </a:prstGeom>
        </p:spPr>
      </p:pic>
    </p:spTree>
    <p:extLst>
      <p:ext uri="{BB962C8B-B14F-4D97-AF65-F5344CB8AC3E}">
        <p14:creationId xmlns:p14="http://schemas.microsoft.com/office/powerpoint/2010/main" val="3646101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268D6-F051-97B5-2918-DF248F51CD34}"/>
              </a:ext>
            </a:extLst>
          </p:cNvPr>
          <p:cNvSpPr>
            <a:spLocks noGrp="1"/>
          </p:cNvSpPr>
          <p:nvPr>
            <p:ph type="title"/>
          </p:nvPr>
        </p:nvSpPr>
        <p:spPr>
          <a:xfrm>
            <a:off x="454479" y="175306"/>
            <a:ext cx="7886700" cy="505731"/>
          </a:xfrm>
        </p:spPr>
        <p:txBody>
          <a:bodyPr>
            <a:noAutofit/>
          </a:bodyPr>
          <a:lstStyle/>
          <a:p>
            <a:pPr algn="ctr"/>
            <a:r>
              <a:rPr lang="en-IN" sz="3200" b="1" dirty="0">
                <a:latin typeface="Times New Roman" panose="02020603050405020304" pitchFamily="18" charset="0"/>
                <a:cs typeface="Times New Roman" panose="02020603050405020304" pitchFamily="18" charset="0"/>
              </a:rPr>
              <a:t>TOOLS &amp; TECHNOLOGIES</a:t>
            </a:r>
          </a:p>
        </p:txBody>
      </p:sp>
      <p:pic>
        <p:nvPicPr>
          <p:cNvPr id="4" name="Picture 3">
            <a:extLst>
              <a:ext uri="{FF2B5EF4-FFF2-40B4-BE49-F238E27FC236}">
                <a16:creationId xmlns:a16="http://schemas.microsoft.com/office/drawing/2014/main" id="{AC1734ED-6166-A7A9-6D22-8A1800BF2F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4600" y="4767943"/>
            <a:ext cx="3603172" cy="18288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Rectangle 2">
            <a:extLst>
              <a:ext uri="{FF2B5EF4-FFF2-40B4-BE49-F238E27FC236}">
                <a16:creationId xmlns:a16="http://schemas.microsoft.com/office/drawing/2014/main" id="{21683C0B-23E0-6AF7-BDD3-2BC96FC45E6C}"/>
              </a:ext>
            </a:extLst>
          </p:cNvPr>
          <p:cNvSpPr>
            <a:spLocks noGrp="1" noChangeArrowheads="1"/>
          </p:cNvSpPr>
          <p:nvPr>
            <p:ph idx="1"/>
          </p:nvPr>
        </p:nvSpPr>
        <p:spPr bwMode="auto">
          <a:xfrm>
            <a:off x="163286" y="834942"/>
            <a:ext cx="8980714"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AI Image Verification</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Used to analyze uploaded civic issue images and confirm whether they genuinely represent municipal or electricity-related problems, helping reduce false complaints and improve system reliability.</a:t>
            </a:r>
          </a:p>
          <a:p>
            <a:r>
              <a:rPr lang="en-US" sz="2000" b="1" dirty="0">
                <a:latin typeface="Times New Roman" panose="02020603050405020304" pitchFamily="18" charset="0"/>
                <a:cs typeface="Times New Roman" panose="02020603050405020304" pitchFamily="18" charset="0"/>
              </a:rPr>
              <a:t>Duplicate Detection Algorithms</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Applied to compare new submissions with existing records using image features and location data so that repeated complaints about the same issue are identified and handled efficiently.</a:t>
            </a:r>
          </a:p>
          <a:p>
            <a:r>
              <a:rPr lang="en-US" sz="2000" b="1" dirty="0">
                <a:latin typeface="Times New Roman" panose="02020603050405020304" pitchFamily="18" charset="0"/>
                <a:cs typeface="Times New Roman" panose="02020603050405020304" pitchFamily="18" charset="0"/>
              </a:rPr>
              <a:t>Analytics &amp; Prediction Models</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Used to process historical complaint data to find frequently affected areas and support better planning and prioritization by department officers.</a:t>
            </a:r>
          </a:p>
          <a:p>
            <a:r>
              <a:rPr lang="en-US" sz="2000" b="1" dirty="0">
                <a:latin typeface="Times New Roman" panose="02020603050405020304" pitchFamily="18" charset="0"/>
                <a:cs typeface="Times New Roman" panose="02020603050405020304" pitchFamily="18" charset="0"/>
              </a:rPr>
              <a:t>Web Hosting Environment</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Provides stable deployment of the web application and backend services, ensuring continuous availability and smooth access for users and departments.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0989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0BC3E-7649-0586-2801-7A177C0BF44E}"/>
              </a:ext>
            </a:extLst>
          </p:cNvPr>
          <p:cNvSpPr>
            <a:spLocks noGrp="1"/>
          </p:cNvSpPr>
          <p:nvPr>
            <p:ph type="title"/>
          </p:nvPr>
        </p:nvSpPr>
        <p:spPr>
          <a:xfrm>
            <a:off x="519793" y="147412"/>
            <a:ext cx="7886700" cy="396874"/>
          </a:xfrm>
        </p:spPr>
        <p:txBody>
          <a:bodyPr>
            <a:noAutofit/>
          </a:bodyPr>
          <a:lstStyle/>
          <a:p>
            <a:pPr algn="ctr"/>
            <a:r>
              <a:rPr lang="en-IN" sz="3200" b="1" dirty="0">
                <a:latin typeface="Times New Roman" panose="02020603050405020304" pitchFamily="18" charset="0"/>
                <a:cs typeface="Times New Roman" panose="02020603050405020304" pitchFamily="18" charset="0"/>
              </a:rPr>
              <a:t>CONCLUSION</a:t>
            </a:r>
            <a:endParaRPr lang="en-IN" sz="3200" dirty="0"/>
          </a:p>
        </p:txBody>
      </p:sp>
      <p:sp>
        <p:nvSpPr>
          <p:cNvPr id="4" name="Rectangle 1">
            <a:extLst>
              <a:ext uri="{FF2B5EF4-FFF2-40B4-BE49-F238E27FC236}">
                <a16:creationId xmlns:a16="http://schemas.microsoft.com/office/drawing/2014/main" id="{290DD0EE-626D-A96B-8F91-016E3E956022}"/>
              </a:ext>
            </a:extLst>
          </p:cNvPr>
          <p:cNvSpPr>
            <a:spLocks noGrp="1" noChangeArrowheads="1"/>
          </p:cNvSpPr>
          <p:nvPr>
            <p:ph idx="1"/>
          </p:nvPr>
        </p:nvSpPr>
        <p:spPr bwMode="auto">
          <a:xfrm>
            <a:off x="240058" y="512612"/>
            <a:ext cx="866388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defTabSz="914400" eaLnBrk="0" fontAlgn="base" hangingPunct="0">
              <a:lnSpc>
                <a:spcPct val="100000"/>
              </a:lnSpc>
              <a:spcBef>
                <a:spcPct val="0"/>
              </a:spcBef>
              <a:spcAft>
                <a:spcPct val="0"/>
              </a:spcAft>
              <a:buNone/>
            </a:pPr>
            <a:r>
              <a:rPr lang="en-US" sz="2400" dirty="0">
                <a:latin typeface="Times New Roman" panose="02020603050405020304" pitchFamily="18" charset="0"/>
                <a:cs typeface="Times New Roman" panose="02020603050405020304" pitchFamily="18" charset="0"/>
              </a:rPr>
              <a:t>Resolve360 is designed based on detailed requirement analysis and follows professional software standards. The system ensures reliability, usability, and transparency in handling municipal and electricity-related complaints. By integrating verification mechanisms and real-time status updates, Resolve360 helps citizens and departments work together effectively for faster and more accountable civic service delivery.</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B8F58A3-319D-2D93-9688-FED13E89BE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058" y="3230404"/>
            <a:ext cx="8783625" cy="3386964"/>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2218856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CAD6F-6A3B-FE5E-E4BF-446033A103AF}"/>
              </a:ext>
            </a:extLst>
          </p:cNvPr>
          <p:cNvSpPr>
            <a:spLocks noGrp="1"/>
          </p:cNvSpPr>
          <p:nvPr>
            <p:ph type="title"/>
          </p:nvPr>
        </p:nvSpPr>
        <p:spPr>
          <a:xfrm>
            <a:off x="628650" y="2624703"/>
            <a:ext cx="7886700" cy="1325563"/>
          </a:xfrm>
        </p:spPr>
        <p:txBody>
          <a:bodyPr>
            <a:noAutofit/>
          </a:bodyPr>
          <a:lstStyle/>
          <a:p>
            <a:pPr algn="ctr"/>
            <a:r>
              <a:rPr lang="en-IN" sz="3500" b="1" dirty="0">
                <a:latin typeface="Times New Roman" panose="02020603050405020304" pitchFamily="18" charset="0"/>
                <a:cs typeface="Times New Roman" panose="02020603050405020304" pitchFamily="18" charset="0"/>
              </a:rPr>
              <a:t>Thank You…!</a:t>
            </a:r>
            <a:br>
              <a:rPr lang="en-IN" sz="3500" b="1" dirty="0">
                <a:latin typeface="Times New Roman" panose="02020603050405020304" pitchFamily="18" charset="0"/>
                <a:cs typeface="Times New Roman" panose="02020603050405020304" pitchFamily="18" charset="0"/>
              </a:rPr>
            </a:br>
            <a:r>
              <a:rPr lang="en-IN" sz="3500" b="1" dirty="0">
                <a:latin typeface="Times New Roman" panose="02020603050405020304" pitchFamily="18" charset="0"/>
                <a:cs typeface="Times New Roman" panose="02020603050405020304" pitchFamily="18" charset="0"/>
              </a:rPr>
              <a:t>&amp; </a:t>
            </a:r>
            <a:br>
              <a:rPr lang="en-IN" sz="3500" b="1" dirty="0">
                <a:latin typeface="Times New Roman" panose="02020603050405020304" pitchFamily="18" charset="0"/>
                <a:cs typeface="Times New Roman" panose="02020603050405020304" pitchFamily="18" charset="0"/>
              </a:rPr>
            </a:br>
            <a:r>
              <a:rPr lang="en-IN" sz="3500" b="1" dirty="0">
                <a:latin typeface="Times New Roman" panose="02020603050405020304" pitchFamily="18" charset="0"/>
                <a:cs typeface="Times New Roman" panose="02020603050405020304" pitchFamily="18" charset="0"/>
              </a:rPr>
              <a:t>Any Questions…!</a:t>
            </a:r>
          </a:p>
        </p:txBody>
      </p:sp>
    </p:spTree>
    <p:extLst>
      <p:ext uri="{BB962C8B-B14F-4D97-AF65-F5344CB8AC3E}">
        <p14:creationId xmlns:p14="http://schemas.microsoft.com/office/powerpoint/2010/main" val="16925422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14151</TotalTime>
  <Words>985</Words>
  <Application>Microsoft Office PowerPoint</Application>
  <PresentationFormat>On-screen Show (4:3)</PresentationFormat>
  <Paragraphs>92</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Title: Resolve360 – Civic Issue Management System for Municipal &amp; Electricity Services</vt:lpstr>
      <vt:lpstr>CONTENTS OUTLINE</vt:lpstr>
      <vt:lpstr>ABSTRACT</vt:lpstr>
      <vt:lpstr>INTRODUCTION</vt:lpstr>
      <vt:lpstr>PROPOSED SYSTEM WITH ARCHITECTURE</vt:lpstr>
      <vt:lpstr>PowerPoint Presentation</vt:lpstr>
      <vt:lpstr>FUNCTIONAL REQUIREMENTS</vt:lpstr>
      <vt:lpstr>MODULES</vt:lpstr>
      <vt:lpstr>NON-FUNCTIONAL REQUIREMENTS</vt:lpstr>
      <vt:lpstr>GOALS OF IMPLEMENTATION</vt:lpstr>
      <vt:lpstr>SYSTEM SPECIFICATIONS</vt:lpstr>
      <vt:lpstr>TOOLS &amp; TECHNOLOGIES</vt:lpstr>
      <vt:lpstr>CONCLUSION</vt:lpstr>
      <vt:lpstr>Thank You…! &amp;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Computing</dc:title>
  <dc:creator>Avinash B</dc:creator>
  <cp:lastModifiedBy>Venkata Koteswara Rao Thumma</cp:lastModifiedBy>
  <cp:revision>234</cp:revision>
  <dcterms:created xsi:type="dcterms:W3CDTF">2022-12-24T18:14:31Z</dcterms:created>
  <dcterms:modified xsi:type="dcterms:W3CDTF">2026-01-30T07:40:14Z</dcterms:modified>
</cp:coreProperties>
</file>